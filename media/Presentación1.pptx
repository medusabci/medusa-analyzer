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 userDrawn="1">
          <p15:clr>
            <a:srgbClr val="A4A3A4"/>
          </p15:clr>
        </p15:guide>
        <p15:guide id="2" pos="17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0167"/>
    <a:srgbClr val="5E2CFC"/>
    <a:srgbClr val="8B67FD"/>
    <a:srgbClr val="C6B4FE"/>
    <a:srgbClr val="CC2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5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938" y="330"/>
      </p:cViewPr>
      <p:guideLst>
        <p:guide orient="horz" pos="1701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29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32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43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1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91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30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78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8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08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16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87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5877D-5A05-4F4D-AB19-82419F30E9FE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98EB8-8FBA-41EA-A9FE-C80328D6CF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8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6BF2CF2A-E4E9-BC17-6936-B75BB0962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81" y="920534"/>
            <a:ext cx="3092473" cy="293611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3AD4A640-7B50-9EAA-3A15-6EE1898791C7}"/>
              </a:ext>
            </a:extLst>
          </p:cNvPr>
          <p:cNvSpPr/>
          <p:nvPr/>
        </p:nvSpPr>
        <p:spPr>
          <a:xfrm>
            <a:off x="1391912" y="2046165"/>
            <a:ext cx="270000" cy="270000"/>
          </a:xfrm>
          <a:prstGeom prst="ellipse">
            <a:avLst/>
          </a:prstGeom>
          <a:solidFill>
            <a:srgbClr val="CC2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>
                <a:latin typeface="Arial Narrow" panose="020B0606020202030204" pitchFamily="34" charset="0"/>
              </a:rPr>
              <a:t>V</a:t>
            </a:r>
            <a:r>
              <a:rPr lang="en-GB" sz="900" b="1" dirty="0">
                <a:latin typeface="Arial Narrow" panose="020B0606020202030204" pitchFamily="34" charset="0"/>
              </a:rPr>
              <a:t>1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8C05ECC-6795-6937-71FB-E5544DEFC90D}"/>
              </a:ext>
            </a:extLst>
          </p:cNvPr>
          <p:cNvSpPr/>
          <p:nvPr/>
        </p:nvSpPr>
        <p:spPr>
          <a:xfrm>
            <a:off x="2083855" y="2046164"/>
            <a:ext cx="270000" cy="270000"/>
          </a:xfrm>
          <a:prstGeom prst="ellipse">
            <a:avLst/>
          </a:prstGeom>
          <a:solidFill>
            <a:srgbClr val="CC2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>
                <a:latin typeface="Arial Narrow" panose="020B0606020202030204" pitchFamily="34" charset="0"/>
              </a:rPr>
              <a:t>V</a:t>
            </a:r>
            <a:r>
              <a:rPr lang="en-GB" sz="900" b="1" dirty="0">
                <a:latin typeface="Arial Narrow" panose="020B0606020202030204" pitchFamily="34" charset="0"/>
              </a:rPr>
              <a:t>2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06EB49E-1BB3-48A5-06A6-63EA564106D4}"/>
              </a:ext>
            </a:extLst>
          </p:cNvPr>
          <p:cNvSpPr/>
          <p:nvPr/>
        </p:nvSpPr>
        <p:spPr>
          <a:xfrm>
            <a:off x="2390130" y="2253588"/>
            <a:ext cx="270000" cy="270000"/>
          </a:xfrm>
          <a:prstGeom prst="ellipse">
            <a:avLst/>
          </a:prstGeom>
          <a:solidFill>
            <a:srgbClr val="CC2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>
                <a:latin typeface="Arial Narrow" panose="020B0606020202030204" pitchFamily="34" charset="0"/>
              </a:rPr>
              <a:t>V</a:t>
            </a:r>
            <a:r>
              <a:rPr lang="en-GB" sz="900" b="1" dirty="0">
                <a:latin typeface="Arial Narrow" panose="020B0606020202030204" pitchFamily="34" charset="0"/>
              </a:rPr>
              <a:t>3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535EA61-409D-26E5-7C79-3CDE9FC0A161}"/>
              </a:ext>
            </a:extLst>
          </p:cNvPr>
          <p:cNvSpPr/>
          <p:nvPr/>
        </p:nvSpPr>
        <p:spPr>
          <a:xfrm>
            <a:off x="2786196" y="2457645"/>
            <a:ext cx="270000" cy="270000"/>
          </a:xfrm>
          <a:prstGeom prst="ellipse">
            <a:avLst/>
          </a:prstGeom>
          <a:solidFill>
            <a:srgbClr val="CC2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>
                <a:latin typeface="Arial Narrow" panose="020B0606020202030204" pitchFamily="34" charset="0"/>
              </a:rPr>
              <a:t>V</a:t>
            </a:r>
            <a:r>
              <a:rPr lang="en-GB" sz="900" b="1" dirty="0">
                <a:latin typeface="Arial Narrow" panose="020B0606020202030204" pitchFamily="34" charset="0"/>
              </a:rPr>
              <a:t>4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AA59FE6-3C5E-1D23-05C0-6071271972AF}"/>
              </a:ext>
            </a:extLst>
          </p:cNvPr>
          <p:cNvSpPr/>
          <p:nvPr/>
        </p:nvSpPr>
        <p:spPr>
          <a:xfrm>
            <a:off x="3082073" y="2316162"/>
            <a:ext cx="270000" cy="270000"/>
          </a:xfrm>
          <a:prstGeom prst="ellipse">
            <a:avLst/>
          </a:prstGeom>
          <a:solidFill>
            <a:srgbClr val="CC2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>
                <a:latin typeface="Arial Narrow" panose="020B0606020202030204" pitchFamily="34" charset="0"/>
              </a:rPr>
              <a:t>V</a:t>
            </a:r>
            <a:r>
              <a:rPr lang="en-GB" sz="900" b="1" dirty="0">
                <a:latin typeface="Arial Narrow" panose="020B0606020202030204" pitchFamily="34" charset="0"/>
              </a:rPr>
              <a:t>5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740AFFF-1062-2835-77C1-49B86437623D}"/>
              </a:ext>
            </a:extLst>
          </p:cNvPr>
          <p:cNvSpPr/>
          <p:nvPr/>
        </p:nvSpPr>
        <p:spPr>
          <a:xfrm>
            <a:off x="3282925" y="2054893"/>
            <a:ext cx="270000" cy="270000"/>
          </a:xfrm>
          <a:prstGeom prst="ellipse">
            <a:avLst/>
          </a:prstGeom>
          <a:solidFill>
            <a:srgbClr val="CC2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>
                <a:latin typeface="Arial Narrow" panose="020B0606020202030204" pitchFamily="34" charset="0"/>
              </a:rPr>
              <a:t>V</a:t>
            </a:r>
            <a:r>
              <a:rPr lang="en-GB" sz="900" b="1" dirty="0">
                <a:latin typeface="Arial Narrow" panose="020B0606020202030204" pitchFamily="34" charset="0"/>
              </a:rPr>
              <a:t>6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9713DE-B9B3-DBFE-D853-1974F7CCFB82}"/>
              </a:ext>
            </a:extLst>
          </p:cNvPr>
          <p:cNvSpPr txBox="1"/>
          <p:nvPr/>
        </p:nvSpPr>
        <p:spPr>
          <a:xfrm>
            <a:off x="931084" y="4165221"/>
            <a:ext cx="1999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190167"/>
                </a:solidFill>
                <a:latin typeface="Arial Narrow" panose="020B0606020202030204" pitchFamily="34" charset="0"/>
              </a:rPr>
              <a:t>Precordial leads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9973C9AF-2EEE-09C0-317B-7507D4E1567A}"/>
              </a:ext>
            </a:extLst>
          </p:cNvPr>
          <p:cNvGrpSpPr/>
          <p:nvPr/>
        </p:nvGrpSpPr>
        <p:grpSpPr>
          <a:xfrm>
            <a:off x="3581118" y="1440321"/>
            <a:ext cx="1649811" cy="2021682"/>
            <a:chOff x="3677806" y="1321255"/>
            <a:chExt cx="1649811" cy="2021682"/>
          </a:xfrm>
        </p:grpSpPr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D39168BB-A6E7-17E8-2D71-54D9254C1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5353" y="1321255"/>
              <a:ext cx="1347788" cy="2021682"/>
            </a:xfrm>
            <a:prstGeom prst="rect">
              <a:avLst/>
            </a:prstGeom>
          </p:spPr>
        </p:pic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F622D4DB-4121-252C-7A84-A73DCA6232FF}"/>
                </a:ext>
              </a:extLst>
            </p:cNvPr>
            <p:cNvGrpSpPr/>
            <p:nvPr/>
          </p:nvGrpSpPr>
          <p:grpSpPr>
            <a:xfrm rot="12376614">
              <a:off x="4605410" y="1968615"/>
              <a:ext cx="237145" cy="450125"/>
              <a:chOff x="735795" y="3747937"/>
              <a:chExt cx="237145" cy="450125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5B5999B8-A545-8FB3-6CBA-D0C41C5A2023}"/>
                  </a:ext>
                </a:extLst>
              </p:cNvPr>
              <p:cNvGrpSpPr/>
              <p:nvPr/>
            </p:nvGrpSpPr>
            <p:grpSpPr>
              <a:xfrm>
                <a:off x="735795" y="3778158"/>
                <a:ext cx="183453" cy="419904"/>
                <a:chOff x="735795" y="3771014"/>
                <a:chExt cx="183453" cy="419904"/>
              </a:xfrm>
            </p:grpSpPr>
            <p:cxnSp>
              <p:nvCxnSpPr>
                <p:cNvPr id="17" name="Conector recto 16">
                  <a:extLst>
                    <a:ext uri="{FF2B5EF4-FFF2-40B4-BE49-F238E27FC236}">
                      <a16:creationId xmlns:a16="http://schemas.microsoft.com/office/drawing/2014/main" id="{DC0E4E8C-D5D5-53F6-0FD5-5ED6427D39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726173" flipH="1">
                  <a:off x="591795" y="4046918"/>
                  <a:ext cx="288000" cy="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8" name="Imagen 17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F38A6397-FF4D-256D-1547-9C03518653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AF4D2CE6-B537-D77C-29A5-18C3176128A9}"/>
                  </a:ext>
                </a:extLst>
              </p:cNvPr>
              <p:cNvCxnSpPr>
                <a:cxnSpLocks/>
              </p:cNvCxnSpPr>
              <p:nvPr/>
            </p:nvCxnSpPr>
            <p:spPr>
              <a:xfrm rot="21240000" flipV="1">
                <a:off x="900940" y="3747937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87E0024A-B65D-BE76-ECEC-9A7B5E05F6C6}"/>
                </a:ext>
              </a:extLst>
            </p:cNvPr>
            <p:cNvGrpSpPr/>
            <p:nvPr/>
          </p:nvGrpSpPr>
          <p:grpSpPr>
            <a:xfrm rot="15538273">
              <a:off x="4114608" y="2037925"/>
              <a:ext cx="246196" cy="473471"/>
              <a:chOff x="757927" y="3543888"/>
              <a:chExt cx="246196" cy="473471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EC020178-FEEF-47F7-906E-1520DCF080A9}"/>
                  </a:ext>
                </a:extLst>
              </p:cNvPr>
              <p:cNvGrpSpPr/>
              <p:nvPr/>
            </p:nvGrpSpPr>
            <p:grpSpPr>
              <a:xfrm>
                <a:off x="757927" y="3778158"/>
                <a:ext cx="161321" cy="239201"/>
                <a:chOff x="757927" y="3771014"/>
                <a:chExt cx="161321" cy="239201"/>
              </a:xfrm>
            </p:grpSpPr>
            <p:cxnSp>
              <p:nvCxnSpPr>
                <p:cNvPr id="22" name="Conector recto 21">
                  <a:extLst>
                    <a:ext uri="{FF2B5EF4-FFF2-40B4-BE49-F238E27FC236}">
                      <a16:creationId xmlns:a16="http://schemas.microsoft.com/office/drawing/2014/main" id="{78608F8C-05A4-A90F-4447-D768D5B160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757927" y="3938215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3" name="Imagen 22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0173DE36-6FA5-B503-E459-C20158BC04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001EE521-D0E4-F59A-3B2E-79B9CC768822}"/>
                  </a:ext>
                </a:extLst>
              </p:cNvPr>
              <p:cNvCxnSpPr>
                <a:cxnSpLocks/>
              </p:cNvCxnSpPr>
              <p:nvPr/>
            </p:nvCxnSpPr>
            <p:spPr>
              <a:xfrm rot="7726173" flipH="1">
                <a:off x="848052" y="3699959"/>
                <a:ext cx="312142" cy="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7ED393B2-4B5D-453A-21BF-7FC2D5136E1E}"/>
                </a:ext>
              </a:extLst>
            </p:cNvPr>
            <p:cNvSpPr/>
            <p:nvPr/>
          </p:nvSpPr>
          <p:spPr>
            <a:xfrm>
              <a:off x="3867178" y="2007701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72305308-D5DA-5175-D3FB-E70B735DC116}"/>
                </a:ext>
              </a:extLst>
            </p:cNvPr>
            <p:cNvSpPr/>
            <p:nvPr/>
          </p:nvSpPr>
          <p:spPr>
            <a:xfrm>
              <a:off x="4991133" y="2009467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6C0215CC-1244-2E94-603A-561763F68C6B}"/>
                </a:ext>
              </a:extLst>
            </p:cNvPr>
            <p:cNvGrpSpPr/>
            <p:nvPr/>
          </p:nvGrpSpPr>
          <p:grpSpPr>
            <a:xfrm rot="18477273">
              <a:off x="4493817" y="2358951"/>
              <a:ext cx="237145" cy="450125"/>
              <a:chOff x="735795" y="3747937"/>
              <a:chExt cx="237145" cy="450125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7B613854-B216-5FED-2544-91A7C228BDD7}"/>
                  </a:ext>
                </a:extLst>
              </p:cNvPr>
              <p:cNvGrpSpPr/>
              <p:nvPr/>
            </p:nvGrpSpPr>
            <p:grpSpPr>
              <a:xfrm>
                <a:off x="735795" y="3778158"/>
                <a:ext cx="183453" cy="419904"/>
                <a:chOff x="735795" y="3771014"/>
                <a:chExt cx="183453" cy="419904"/>
              </a:xfrm>
            </p:grpSpPr>
            <p:cxnSp>
              <p:nvCxnSpPr>
                <p:cNvPr id="29" name="Conector recto 28">
                  <a:extLst>
                    <a:ext uri="{FF2B5EF4-FFF2-40B4-BE49-F238E27FC236}">
                      <a16:creationId xmlns:a16="http://schemas.microsoft.com/office/drawing/2014/main" id="{C151C877-1A92-9DCE-9EA8-3FBCE5BA68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726173" flipH="1">
                  <a:off x="591795" y="4046918"/>
                  <a:ext cx="288000" cy="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0" name="Imagen 29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C50E375E-D0BC-FFF9-021A-F6F746BD39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2A193CDC-2BEA-92BA-F7AD-AD971B07FEA8}"/>
                  </a:ext>
                </a:extLst>
              </p:cNvPr>
              <p:cNvCxnSpPr>
                <a:cxnSpLocks/>
              </p:cNvCxnSpPr>
              <p:nvPr/>
            </p:nvCxnSpPr>
            <p:spPr>
              <a:xfrm rot="21240000" flipV="1">
                <a:off x="900940" y="3747937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2CDB9C3-C3F9-0420-2F8E-CDE2FB79A72D}"/>
                </a:ext>
              </a:extLst>
            </p:cNvPr>
            <p:cNvSpPr/>
            <p:nvPr/>
          </p:nvSpPr>
          <p:spPr>
            <a:xfrm>
              <a:off x="4559968" y="2777817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4256CCEC-BC3B-3979-A0B5-8DD3D402452C}"/>
                </a:ext>
              </a:extLst>
            </p:cNvPr>
            <p:cNvSpPr/>
            <p:nvPr/>
          </p:nvSpPr>
          <p:spPr>
            <a:xfrm rot="6187672">
              <a:off x="4484002" y="2324145"/>
              <a:ext cx="45719" cy="45719"/>
            </a:xfrm>
            <a:prstGeom prst="ellipse">
              <a:avLst/>
            </a:prstGeom>
            <a:solidFill>
              <a:srgbClr val="190167"/>
            </a:solidFill>
            <a:ln>
              <a:solidFill>
                <a:srgbClr val="1901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BA4A4D7A-53CC-DE0D-6A83-B50F90BD987F}"/>
                </a:ext>
              </a:extLst>
            </p:cNvPr>
            <p:cNvSpPr txBox="1"/>
            <p:nvPr/>
          </p:nvSpPr>
          <p:spPr>
            <a:xfrm>
              <a:off x="3677806" y="3022436"/>
              <a:ext cx="1649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190167"/>
                  </a:solidFill>
                  <a:latin typeface="Arial Narrow" panose="020B0606020202030204" pitchFamily="34" charset="0"/>
                </a:rPr>
                <a:t>Central reference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698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CAFD-DE46-E5F0-6855-EA291ABF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0D92B784-7620-AB09-26DF-A15B478D3B76}"/>
              </a:ext>
            </a:extLst>
          </p:cNvPr>
          <p:cNvGrpSpPr/>
          <p:nvPr/>
        </p:nvGrpSpPr>
        <p:grpSpPr>
          <a:xfrm>
            <a:off x="414336" y="236801"/>
            <a:ext cx="4572003" cy="2021682"/>
            <a:chOff x="414336" y="473868"/>
            <a:chExt cx="4572003" cy="2021682"/>
          </a:xfrm>
        </p:grpSpPr>
        <p:pic>
          <p:nvPicPr>
            <p:cNvPr id="3" name="Imagen 2" descr="Icono&#10;&#10;El contenido generado por IA puede ser incorrecto.">
              <a:extLst>
                <a:ext uri="{FF2B5EF4-FFF2-40B4-BE49-F238E27FC236}">
                  <a16:creationId xmlns:a16="http://schemas.microsoft.com/office/drawing/2014/main" id="{67787152-B975-751A-D8CE-33C5EACB5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336" y="473868"/>
              <a:ext cx="1347788" cy="2021682"/>
            </a:xfrm>
            <a:prstGeom prst="rect">
              <a:avLst/>
            </a:prstGeom>
          </p:spPr>
        </p:pic>
        <p:pic>
          <p:nvPicPr>
            <p:cNvPr id="4" name="Imagen 3" descr="Icono&#10;&#10;El contenido generado por IA puede ser incorrecto.">
              <a:extLst>
                <a:ext uri="{FF2B5EF4-FFF2-40B4-BE49-F238E27FC236}">
                  <a16:creationId xmlns:a16="http://schemas.microsoft.com/office/drawing/2014/main" id="{A97FF8AE-3F49-6218-6A7D-6BD2AD3BC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6444" y="473868"/>
              <a:ext cx="1347788" cy="2021682"/>
            </a:xfrm>
            <a:prstGeom prst="rect">
              <a:avLst/>
            </a:prstGeom>
          </p:spPr>
        </p:pic>
        <p:pic>
          <p:nvPicPr>
            <p:cNvPr id="12" name="Imagen 11" descr="Icono&#10;&#10;El contenido generado por IA puede ser incorrecto.">
              <a:extLst>
                <a:ext uri="{FF2B5EF4-FFF2-40B4-BE49-F238E27FC236}">
                  <a16:creationId xmlns:a16="http://schemas.microsoft.com/office/drawing/2014/main" id="{770DCCEF-B488-8323-D969-45721C942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8551" y="473868"/>
              <a:ext cx="1347788" cy="2021682"/>
            </a:xfrm>
            <a:prstGeom prst="rect">
              <a:avLst/>
            </a:prstGeom>
          </p:spPr>
        </p:pic>
      </p:grp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E7CB40A-3E16-501A-B1B4-BC13FF669D32}"/>
              </a:ext>
            </a:extLst>
          </p:cNvPr>
          <p:cNvCxnSpPr>
            <a:stCxn id="18" idx="6"/>
            <a:endCxn id="19" idx="2"/>
          </p:cNvCxnSpPr>
          <p:nvPr/>
        </p:nvCxnSpPr>
        <p:spPr>
          <a:xfrm>
            <a:off x="600074" y="998802"/>
            <a:ext cx="962977" cy="0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E1EA488-77EB-055E-FB98-81787C5247E9}"/>
              </a:ext>
            </a:extLst>
          </p:cNvPr>
          <p:cNvSpPr/>
          <p:nvPr/>
        </p:nvSpPr>
        <p:spPr>
          <a:xfrm>
            <a:off x="1065370" y="975941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A59B09F-0E27-9F66-D690-F45674DDFE09}"/>
              </a:ext>
            </a:extLst>
          </p:cNvPr>
          <p:cNvSpPr/>
          <p:nvPr/>
        </p:nvSpPr>
        <p:spPr>
          <a:xfrm>
            <a:off x="1563051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6ADB186-E6C6-C54C-4853-7AA4DF3137F6}"/>
              </a:ext>
            </a:extLst>
          </p:cNvPr>
          <p:cNvSpPr/>
          <p:nvPr/>
        </p:nvSpPr>
        <p:spPr>
          <a:xfrm>
            <a:off x="468311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3D561501-CDA1-C357-465D-C11A6499EEC1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>
          <a:xfrm>
            <a:off x="2210269" y="1045387"/>
            <a:ext cx="570404" cy="675179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CEBC94F3-944F-8390-2DA6-81608CA3DEAF}"/>
              </a:ext>
            </a:extLst>
          </p:cNvPr>
          <p:cNvSpPr/>
          <p:nvPr/>
        </p:nvSpPr>
        <p:spPr>
          <a:xfrm>
            <a:off x="2454515" y="1339639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B1BAFD2-E2FC-C34E-F6DE-F6B48EE9B78D}"/>
              </a:ext>
            </a:extLst>
          </p:cNvPr>
          <p:cNvSpPr/>
          <p:nvPr/>
        </p:nvSpPr>
        <p:spPr>
          <a:xfrm>
            <a:off x="2097802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43D1556-ECE6-E209-D05E-E3E06A08CA90}"/>
              </a:ext>
            </a:extLst>
          </p:cNvPr>
          <p:cNvSpPr/>
          <p:nvPr/>
        </p:nvSpPr>
        <p:spPr>
          <a:xfrm>
            <a:off x="2761377" y="170127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38EC123F-8EF9-53A5-589F-3B806A70881D}"/>
              </a:ext>
            </a:extLst>
          </p:cNvPr>
          <p:cNvCxnSpPr>
            <a:cxnSpLocks/>
            <a:stCxn id="25" idx="3"/>
            <a:endCxn id="26" idx="7"/>
          </p:cNvCxnSpPr>
          <p:nvPr/>
        </p:nvCxnSpPr>
        <p:spPr>
          <a:xfrm flipH="1">
            <a:off x="4481903" y="1045387"/>
            <a:ext cx="337994" cy="675179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F0E9D8B-7CD1-E603-4578-DFC200CB88DD}"/>
              </a:ext>
            </a:extLst>
          </p:cNvPr>
          <p:cNvSpPr/>
          <p:nvPr/>
        </p:nvSpPr>
        <p:spPr>
          <a:xfrm>
            <a:off x="4641374" y="1327731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6DFA6D-E246-E2B4-E834-272315D154EC}"/>
              </a:ext>
            </a:extLst>
          </p:cNvPr>
          <p:cNvSpPr/>
          <p:nvPr/>
        </p:nvSpPr>
        <p:spPr>
          <a:xfrm>
            <a:off x="4800601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55EF445-53C2-3C71-033F-987D7E36F8A6}"/>
              </a:ext>
            </a:extLst>
          </p:cNvPr>
          <p:cNvSpPr/>
          <p:nvPr/>
        </p:nvSpPr>
        <p:spPr>
          <a:xfrm>
            <a:off x="4369436" y="170127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5177278-B2A4-E3E3-46CB-49B611FC06BC}"/>
              </a:ext>
            </a:extLst>
          </p:cNvPr>
          <p:cNvSpPr txBox="1"/>
          <p:nvPr/>
        </p:nvSpPr>
        <p:spPr>
          <a:xfrm>
            <a:off x="727591" y="191201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I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CFEDA3B-7EF9-3BFC-C6CF-29C0EA5A0611}"/>
              </a:ext>
            </a:extLst>
          </p:cNvPr>
          <p:cNvSpPr txBox="1"/>
          <p:nvPr/>
        </p:nvSpPr>
        <p:spPr>
          <a:xfrm>
            <a:off x="2317059" y="194538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II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BD0775A-04D9-71EB-2595-25B3A816E3DA}"/>
              </a:ext>
            </a:extLst>
          </p:cNvPr>
          <p:cNvSpPr txBox="1"/>
          <p:nvPr/>
        </p:nvSpPr>
        <p:spPr>
          <a:xfrm>
            <a:off x="3899563" y="191201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III</a:t>
            </a:r>
          </a:p>
        </p:txBody>
      </p:sp>
    </p:spTree>
    <p:extLst>
      <p:ext uri="{BB962C8B-B14F-4D97-AF65-F5344CB8AC3E}">
        <p14:creationId xmlns:p14="http://schemas.microsoft.com/office/powerpoint/2010/main" val="24173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91C9-AF1C-C6EF-7C6D-79C97E86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n 145" descr="Icono&#10;&#10;El contenido generado por IA puede ser incorrecto.">
            <a:extLst>
              <a:ext uri="{FF2B5EF4-FFF2-40B4-BE49-F238E27FC236}">
                <a16:creationId xmlns:a16="http://schemas.microsoft.com/office/drawing/2014/main" id="{A36D5DC9-B37D-BFB8-3F45-DA41BF1AC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85" y="3020515"/>
            <a:ext cx="1347788" cy="2021682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7F919833-572C-3997-8292-A8548250AF85}"/>
              </a:ext>
            </a:extLst>
          </p:cNvPr>
          <p:cNvGrpSpPr/>
          <p:nvPr/>
        </p:nvGrpSpPr>
        <p:grpSpPr>
          <a:xfrm>
            <a:off x="414336" y="236801"/>
            <a:ext cx="4572003" cy="2021682"/>
            <a:chOff x="414336" y="473868"/>
            <a:chExt cx="4572003" cy="2021682"/>
          </a:xfrm>
        </p:grpSpPr>
        <p:pic>
          <p:nvPicPr>
            <p:cNvPr id="3" name="Imagen 2" descr="Icono&#10;&#10;El contenido generado por IA puede ser incorrecto.">
              <a:extLst>
                <a:ext uri="{FF2B5EF4-FFF2-40B4-BE49-F238E27FC236}">
                  <a16:creationId xmlns:a16="http://schemas.microsoft.com/office/drawing/2014/main" id="{2D175A63-9C0C-593C-3C4A-409147040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336" y="473868"/>
              <a:ext cx="1347788" cy="2021682"/>
            </a:xfrm>
            <a:prstGeom prst="rect">
              <a:avLst/>
            </a:prstGeom>
          </p:spPr>
        </p:pic>
        <p:pic>
          <p:nvPicPr>
            <p:cNvPr id="4" name="Imagen 3" descr="Icono&#10;&#10;El contenido generado por IA puede ser incorrecto.">
              <a:extLst>
                <a:ext uri="{FF2B5EF4-FFF2-40B4-BE49-F238E27FC236}">
                  <a16:creationId xmlns:a16="http://schemas.microsoft.com/office/drawing/2014/main" id="{DB408E0B-0AAC-54E9-8615-306F838E7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6444" y="473868"/>
              <a:ext cx="1347788" cy="2021682"/>
            </a:xfrm>
            <a:prstGeom prst="rect">
              <a:avLst/>
            </a:prstGeom>
          </p:spPr>
        </p:pic>
        <p:pic>
          <p:nvPicPr>
            <p:cNvPr id="12" name="Imagen 11" descr="Icono&#10;&#10;El contenido generado por IA puede ser incorrecto.">
              <a:extLst>
                <a:ext uri="{FF2B5EF4-FFF2-40B4-BE49-F238E27FC236}">
                  <a16:creationId xmlns:a16="http://schemas.microsoft.com/office/drawing/2014/main" id="{3C3134B4-9743-3FB8-5A48-3F4B511BE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8551" y="473868"/>
              <a:ext cx="1347788" cy="2021682"/>
            </a:xfrm>
            <a:prstGeom prst="rect">
              <a:avLst/>
            </a:prstGeom>
          </p:spPr>
        </p:pic>
      </p:grp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E880327D-A626-D07B-63BC-D8FD456DD6DD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600074" y="998802"/>
            <a:ext cx="804257" cy="391455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067036B-30DC-7D65-C655-0046AD91F392}"/>
              </a:ext>
            </a:extLst>
          </p:cNvPr>
          <p:cNvSpPr/>
          <p:nvPr/>
        </p:nvSpPr>
        <p:spPr>
          <a:xfrm>
            <a:off x="991522" y="1168028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A257534-5E5B-2111-C816-B322E55E4F77}"/>
              </a:ext>
            </a:extLst>
          </p:cNvPr>
          <p:cNvSpPr/>
          <p:nvPr/>
        </p:nvSpPr>
        <p:spPr>
          <a:xfrm>
            <a:off x="468311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D96F298-F687-BF33-F4E4-292B120DBE0F}"/>
              </a:ext>
            </a:extLst>
          </p:cNvPr>
          <p:cNvGrpSpPr/>
          <p:nvPr/>
        </p:nvGrpSpPr>
        <p:grpSpPr>
          <a:xfrm rot="6187672">
            <a:off x="2603278" y="842774"/>
            <a:ext cx="570404" cy="675179"/>
            <a:chOff x="2210269" y="1045387"/>
            <a:chExt cx="570404" cy="675179"/>
          </a:xfrm>
        </p:grpSpPr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06AFA55-186B-80C1-2708-EA38BEB805E6}"/>
                </a:ext>
              </a:extLst>
            </p:cNvPr>
            <p:cNvCxnSpPr>
              <a:cxnSpLocks/>
              <a:stCxn id="21" idx="5"/>
              <a:endCxn id="23" idx="1"/>
            </p:cNvCxnSpPr>
            <p:nvPr/>
          </p:nvCxnSpPr>
          <p:spPr>
            <a:xfrm>
              <a:off x="2210269" y="1045387"/>
              <a:ext cx="570404" cy="675179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88ECF49F-F56D-39BA-E832-D46724572813}"/>
                </a:ext>
              </a:extLst>
            </p:cNvPr>
            <p:cNvSpPr/>
            <p:nvPr/>
          </p:nvSpPr>
          <p:spPr>
            <a:xfrm>
              <a:off x="2473838" y="1359584"/>
              <a:ext cx="45719" cy="45719"/>
            </a:xfrm>
            <a:prstGeom prst="ellipse">
              <a:avLst/>
            </a:prstGeom>
            <a:solidFill>
              <a:srgbClr val="190167"/>
            </a:solidFill>
            <a:ln>
              <a:solidFill>
                <a:srgbClr val="1901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743005E-E03E-0609-E6C2-6D0D6EAE72F6}"/>
              </a:ext>
            </a:extLst>
          </p:cNvPr>
          <p:cNvCxnSpPr>
            <a:cxnSpLocks/>
          </p:cNvCxnSpPr>
          <p:nvPr/>
        </p:nvCxnSpPr>
        <p:spPr>
          <a:xfrm>
            <a:off x="4284847" y="1000696"/>
            <a:ext cx="144664" cy="712723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2F0BF40F-B32C-9DE3-0A66-72B784A05F27}"/>
              </a:ext>
            </a:extLst>
          </p:cNvPr>
          <p:cNvSpPr/>
          <p:nvPr/>
        </p:nvSpPr>
        <p:spPr>
          <a:xfrm>
            <a:off x="4334987" y="1325401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B98DC8-E8F2-77CE-1912-CAB03DF38E22}"/>
              </a:ext>
            </a:extLst>
          </p:cNvPr>
          <p:cNvSpPr/>
          <p:nvPr/>
        </p:nvSpPr>
        <p:spPr>
          <a:xfrm>
            <a:off x="4369436" y="170127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8A376D-0A36-4D3F-114A-1EB0DEA2E3A4}"/>
              </a:ext>
            </a:extLst>
          </p:cNvPr>
          <p:cNvSpPr txBox="1"/>
          <p:nvPr/>
        </p:nvSpPr>
        <p:spPr>
          <a:xfrm>
            <a:off x="567155" y="1912012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</a:t>
            </a:r>
            <a:r>
              <a:rPr lang="en-GB" dirty="0" err="1">
                <a:solidFill>
                  <a:srgbClr val="190167"/>
                </a:solidFill>
                <a:latin typeface="Arial Narrow" panose="020B0606020202030204" pitchFamily="34" charset="0"/>
              </a:rPr>
              <a:t>aVR</a:t>
            </a:r>
            <a:endParaRPr lang="en-GB" dirty="0">
              <a:solidFill>
                <a:srgbClr val="190167"/>
              </a:solidFill>
              <a:latin typeface="Arial Narrow" panose="020B060602020203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690B8E0-45BD-9770-2843-81E53B0AA9B2}"/>
              </a:ext>
            </a:extLst>
          </p:cNvPr>
          <p:cNvSpPr txBox="1"/>
          <p:nvPr/>
        </p:nvSpPr>
        <p:spPr>
          <a:xfrm>
            <a:off x="2196409" y="194538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</a:t>
            </a:r>
            <a:r>
              <a:rPr lang="en-GB" dirty="0" err="1">
                <a:solidFill>
                  <a:srgbClr val="190167"/>
                </a:solidFill>
                <a:latin typeface="Arial Narrow" panose="020B0606020202030204" pitchFamily="34" charset="0"/>
              </a:rPr>
              <a:t>aVL</a:t>
            </a:r>
            <a:endParaRPr lang="en-GB" dirty="0">
              <a:solidFill>
                <a:srgbClr val="190167"/>
              </a:solidFill>
              <a:latin typeface="Arial Narrow" panose="020B060602020203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1187639-A7B4-C128-3CAF-BE8B5AAF4B1C}"/>
              </a:ext>
            </a:extLst>
          </p:cNvPr>
          <p:cNvSpPr txBox="1"/>
          <p:nvPr/>
        </p:nvSpPr>
        <p:spPr>
          <a:xfrm>
            <a:off x="3797963" y="1912012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</a:t>
            </a:r>
            <a:r>
              <a:rPr lang="en-GB" dirty="0" err="1">
                <a:solidFill>
                  <a:srgbClr val="190167"/>
                </a:solidFill>
                <a:latin typeface="Arial Narrow" panose="020B0606020202030204" pitchFamily="34" charset="0"/>
              </a:rPr>
              <a:t>aVF</a:t>
            </a:r>
            <a:endParaRPr lang="en-GB" dirty="0">
              <a:solidFill>
                <a:srgbClr val="190167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6625773-B51C-3B27-FF07-4D75DCC68A28}"/>
              </a:ext>
            </a:extLst>
          </p:cNvPr>
          <p:cNvSpPr/>
          <p:nvPr/>
        </p:nvSpPr>
        <p:spPr>
          <a:xfrm>
            <a:off x="1560229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DE0EAE3-8667-9D3A-9C6F-53960DA47A83}"/>
              </a:ext>
            </a:extLst>
          </p:cNvPr>
          <p:cNvSpPr/>
          <p:nvPr/>
        </p:nvSpPr>
        <p:spPr>
          <a:xfrm>
            <a:off x="1129064" y="170127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2777097-80B9-8E67-5C69-CFA63A22CBF1}"/>
              </a:ext>
            </a:extLst>
          </p:cNvPr>
          <p:cNvGrpSpPr/>
          <p:nvPr/>
        </p:nvGrpSpPr>
        <p:grpSpPr>
          <a:xfrm>
            <a:off x="1201796" y="1068859"/>
            <a:ext cx="402906" cy="614018"/>
            <a:chOff x="1201796" y="1068859"/>
            <a:chExt cx="402906" cy="614018"/>
          </a:xfrm>
        </p:grpSpPr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E1162840-7443-D8D2-64F7-A1AA1B0B93FF}"/>
                </a:ext>
              </a:extLst>
            </p:cNvPr>
            <p:cNvGrpSpPr/>
            <p:nvPr/>
          </p:nvGrpSpPr>
          <p:grpSpPr>
            <a:xfrm rot="21081322">
              <a:off x="1201796" y="1413455"/>
              <a:ext cx="215013" cy="269422"/>
              <a:chOff x="757927" y="3747937"/>
              <a:chExt cx="215013" cy="269422"/>
            </a:xfrm>
          </p:grpSpPr>
          <p:grpSp>
            <p:nvGrpSpPr>
              <p:cNvPr id="55" name="Grupo 54">
                <a:extLst>
                  <a:ext uri="{FF2B5EF4-FFF2-40B4-BE49-F238E27FC236}">
                    <a16:creationId xmlns:a16="http://schemas.microsoft.com/office/drawing/2014/main" id="{0E0FC6E4-DE8C-6048-8F99-6D5EB0898C45}"/>
                  </a:ext>
                </a:extLst>
              </p:cNvPr>
              <p:cNvGrpSpPr/>
              <p:nvPr/>
            </p:nvGrpSpPr>
            <p:grpSpPr>
              <a:xfrm>
                <a:off x="757927" y="3778158"/>
                <a:ext cx="161321" cy="239201"/>
                <a:chOff x="757927" y="3771014"/>
                <a:chExt cx="161321" cy="239201"/>
              </a:xfrm>
            </p:grpSpPr>
            <p:cxnSp>
              <p:nvCxnSpPr>
                <p:cNvPr id="52" name="Conector recto 51">
                  <a:extLst>
                    <a:ext uri="{FF2B5EF4-FFF2-40B4-BE49-F238E27FC236}">
                      <a16:creationId xmlns:a16="http://schemas.microsoft.com/office/drawing/2014/main" id="{5ED48D93-48B5-5401-DE87-05CC5E1C81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757927" y="3938215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3" name="Imagen 52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C3E56ADA-3C96-18C7-E310-1B9686C8E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B1027F50-F212-9496-5621-13639A98C320}"/>
                  </a:ext>
                </a:extLst>
              </p:cNvPr>
              <p:cNvCxnSpPr>
                <a:cxnSpLocks/>
              </p:cNvCxnSpPr>
              <p:nvPr/>
            </p:nvCxnSpPr>
            <p:spPr>
              <a:xfrm rot="21240000" flipV="1">
                <a:off x="900940" y="3747937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D73A0BB6-E255-D03D-D596-8C433825B827}"/>
                </a:ext>
              </a:extLst>
            </p:cNvPr>
            <p:cNvGrpSpPr/>
            <p:nvPr/>
          </p:nvGrpSpPr>
          <p:grpSpPr>
            <a:xfrm rot="21081322">
              <a:off x="1389689" y="1068859"/>
              <a:ext cx="215013" cy="269422"/>
              <a:chOff x="757927" y="3747937"/>
              <a:chExt cx="215013" cy="269422"/>
            </a:xfrm>
          </p:grpSpPr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2FDA4128-9480-634B-9FBD-148DFDA5BEA4}"/>
                  </a:ext>
                </a:extLst>
              </p:cNvPr>
              <p:cNvGrpSpPr/>
              <p:nvPr/>
            </p:nvGrpSpPr>
            <p:grpSpPr>
              <a:xfrm>
                <a:off x="757927" y="3778158"/>
                <a:ext cx="161321" cy="239201"/>
                <a:chOff x="757927" y="3771014"/>
                <a:chExt cx="161321" cy="239201"/>
              </a:xfrm>
            </p:grpSpPr>
            <p:cxnSp>
              <p:nvCxnSpPr>
                <p:cNvPr id="61" name="Conector recto 60">
                  <a:extLst>
                    <a:ext uri="{FF2B5EF4-FFF2-40B4-BE49-F238E27FC236}">
                      <a16:creationId xmlns:a16="http://schemas.microsoft.com/office/drawing/2014/main" id="{DFB7861B-287C-948D-0E00-54EFD7E2F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757927" y="3938215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2" name="Imagen 61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D2F41EBB-8433-A147-7D6A-8069FCB2E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EEB4A502-ED1B-F626-A352-493CA636A663}"/>
                  </a:ext>
                </a:extLst>
              </p:cNvPr>
              <p:cNvCxnSpPr>
                <a:cxnSpLocks/>
              </p:cNvCxnSpPr>
              <p:nvPr/>
            </p:nvCxnSpPr>
            <p:spPr>
              <a:xfrm rot="21240000" flipV="1">
                <a:off x="900940" y="3747937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1B7691CE-1BC8-6E58-46D4-0263D5C433DD}"/>
                </a:ext>
              </a:extLst>
            </p:cNvPr>
            <p:cNvCxnSpPr>
              <a:cxnSpLocks/>
            </p:cNvCxnSpPr>
            <p:nvPr/>
          </p:nvCxnSpPr>
          <p:spPr>
            <a:xfrm rot="20721322" flipV="1">
              <a:off x="1370951" y="1334113"/>
              <a:ext cx="72000" cy="7200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Elipse 80">
            <a:extLst>
              <a:ext uri="{FF2B5EF4-FFF2-40B4-BE49-F238E27FC236}">
                <a16:creationId xmlns:a16="http://schemas.microsoft.com/office/drawing/2014/main" id="{34777B34-D8C2-4845-044A-1F8B20F587AC}"/>
              </a:ext>
            </a:extLst>
          </p:cNvPr>
          <p:cNvSpPr/>
          <p:nvPr/>
        </p:nvSpPr>
        <p:spPr>
          <a:xfrm>
            <a:off x="3175914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4" name="Grupo 83">
            <a:extLst>
              <a:ext uri="{FF2B5EF4-FFF2-40B4-BE49-F238E27FC236}">
                <a16:creationId xmlns:a16="http://schemas.microsoft.com/office/drawing/2014/main" id="{1148C820-F2FD-EAC6-851B-96C09C229995}"/>
              </a:ext>
            </a:extLst>
          </p:cNvPr>
          <p:cNvGrpSpPr/>
          <p:nvPr/>
        </p:nvGrpSpPr>
        <p:grpSpPr>
          <a:xfrm>
            <a:off x="2187172" y="1044750"/>
            <a:ext cx="614018" cy="684418"/>
            <a:chOff x="2191935" y="1039987"/>
            <a:chExt cx="614018" cy="684418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A827DDF4-D34B-AF98-49BB-A5643C286CBD}"/>
                </a:ext>
              </a:extLst>
            </p:cNvPr>
            <p:cNvGrpSpPr/>
            <p:nvPr/>
          </p:nvGrpSpPr>
          <p:grpSpPr>
            <a:xfrm rot="17518952">
              <a:off x="2297491" y="1066772"/>
              <a:ext cx="402906" cy="614018"/>
              <a:chOff x="1201796" y="1068859"/>
              <a:chExt cx="402906" cy="614018"/>
            </a:xfrm>
          </p:grpSpPr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EADAD8B1-1EED-71C4-9185-6F4ACA8C0F3B}"/>
                  </a:ext>
                </a:extLst>
              </p:cNvPr>
              <p:cNvGrpSpPr/>
              <p:nvPr/>
            </p:nvGrpSpPr>
            <p:grpSpPr>
              <a:xfrm rot="21081322">
                <a:off x="1201796" y="1413455"/>
                <a:ext cx="215013" cy="269422"/>
                <a:chOff x="757927" y="3747937"/>
                <a:chExt cx="215013" cy="269422"/>
              </a:xfrm>
            </p:grpSpPr>
            <p:grpSp>
              <p:nvGrpSpPr>
                <p:cNvPr id="74" name="Grupo 73">
                  <a:extLst>
                    <a:ext uri="{FF2B5EF4-FFF2-40B4-BE49-F238E27FC236}">
                      <a16:creationId xmlns:a16="http://schemas.microsoft.com/office/drawing/2014/main" id="{3AAC3F3A-3CAA-0893-1853-BB276A007F5E}"/>
                    </a:ext>
                  </a:extLst>
                </p:cNvPr>
                <p:cNvGrpSpPr/>
                <p:nvPr/>
              </p:nvGrpSpPr>
              <p:grpSpPr>
                <a:xfrm>
                  <a:off x="757927" y="3778158"/>
                  <a:ext cx="161321" cy="239201"/>
                  <a:chOff x="757927" y="3771014"/>
                  <a:chExt cx="161321" cy="239201"/>
                </a:xfrm>
              </p:grpSpPr>
              <p:cxnSp>
                <p:nvCxnSpPr>
                  <p:cNvPr id="76" name="Conector recto 75">
                    <a:extLst>
                      <a:ext uri="{FF2B5EF4-FFF2-40B4-BE49-F238E27FC236}">
                        <a16:creationId xmlns:a16="http://schemas.microsoft.com/office/drawing/2014/main" id="{F1B3B446-D550-DB37-B42C-1F1C36D179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757927" y="3938215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7" name="Imagen 76" descr="Imagen que contiene objeto, monitor, reloj, frente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37E63EE2-9DA7-CA09-12F5-181D8CA777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300000">
                    <a:off x="763818" y="3829272"/>
                    <a:ext cx="213687" cy="9717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75" name="Conector recto 74">
                  <a:extLst>
                    <a:ext uri="{FF2B5EF4-FFF2-40B4-BE49-F238E27FC236}">
                      <a16:creationId xmlns:a16="http://schemas.microsoft.com/office/drawing/2014/main" id="{3E4BA562-9551-6923-E9C5-B0EE87EAEF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900940" y="3747937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E957F7F5-1275-60C5-BA7C-4FF77D76AF47}"/>
                  </a:ext>
                </a:extLst>
              </p:cNvPr>
              <p:cNvGrpSpPr/>
              <p:nvPr/>
            </p:nvGrpSpPr>
            <p:grpSpPr>
              <a:xfrm rot="21081322">
                <a:off x="1389689" y="1068859"/>
                <a:ext cx="215013" cy="269422"/>
                <a:chOff x="757927" y="3747937"/>
                <a:chExt cx="215013" cy="269422"/>
              </a:xfrm>
            </p:grpSpPr>
            <p:grpSp>
              <p:nvGrpSpPr>
                <p:cNvPr id="70" name="Grupo 69">
                  <a:extLst>
                    <a:ext uri="{FF2B5EF4-FFF2-40B4-BE49-F238E27FC236}">
                      <a16:creationId xmlns:a16="http://schemas.microsoft.com/office/drawing/2014/main" id="{9EDFA45C-2583-35FF-BD7D-44120F8A32CB}"/>
                    </a:ext>
                  </a:extLst>
                </p:cNvPr>
                <p:cNvGrpSpPr/>
                <p:nvPr/>
              </p:nvGrpSpPr>
              <p:grpSpPr>
                <a:xfrm>
                  <a:off x="757927" y="3778158"/>
                  <a:ext cx="161321" cy="239201"/>
                  <a:chOff x="757927" y="3771014"/>
                  <a:chExt cx="161321" cy="239201"/>
                </a:xfrm>
              </p:grpSpPr>
              <p:cxnSp>
                <p:nvCxnSpPr>
                  <p:cNvPr id="72" name="Conector recto 71">
                    <a:extLst>
                      <a:ext uri="{FF2B5EF4-FFF2-40B4-BE49-F238E27FC236}">
                        <a16:creationId xmlns:a16="http://schemas.microsoft.com/office/drawing/2014/main" id="{D8682D35-2773-2E99-6EC9-99D49095FC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757927" y="3938215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3" name="Imagen 72" descr="Imagen que contiene objeto, monitor, reloj, frente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BA07A278-15A2-B1D4-6D8F-2C43BB581A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300000">
                    <a:off x="763818" y="3829272"/>
                    <a:ext cx="213687" cy="9717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71" name="Conector recto 70">
                  <a:extLst>
                    <a:ext uri="{FF2B5EF4-FFF2-40B4-BE49-F238E27FC236}">
                      <a16:creationId xmlns:a16="http://schemas.microsoft.com/office/drawing/2014/main" id="{224B4331-7DF9-10E5-D5A9-0EA89FA7B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900940" y="3747937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00B170DF-2E2B-7632-E244-E87415499F5D}"/>
                  </a:ext>
                </a:extLst>
              </p:cNvPr>
              <p:cNvCxnSpPr>
                <a:cxnSpLocks/>
              </p:cNvCxnSpPr>
              <p:nvPr/>
            </p:nvCxnSpPr>
            <p:spPr>
              <a:xfrm rot="20721322" flipV="1">
                <a:off x="1370951" y="1334113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D1669734-B377-06EA-C1A1-6CAC4B3DB7FA}"/>
                </a:ext>
              </a:extLst>
            </p:cNvPr>
            <p:cNvCxnSpPr>
              <a:cxnSpLocks/>
            </p:cNvCxnSpPr>
            <p:nvPr/>
          </p:nvCxnSpPr>
          <p:spPr>
            <a:xfrm rot="16640274" flipV="1">
              <a:off x="2216102" y="1039987"/>
              <a:ext cx="72000" cy="7200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3D422D25-BF30-17BC-53D7-C397E9755254}"/>
                </a:ext>
              </a:extLst>
            </p:cNvPr>
            <p:cNvCxnSpPr>
              <a:cxnSpLocks/>
            </p:cNvCxnSpPr>
            <p:nvPr/>
          </p:nvCxnSpPr>
          <p:spPr>
            <a:xfrm rot="16640274" flipV="1">
              <a:off x="2720955" y="1652405"/>
              <a:ext cx="72000" cy="7200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Elipse 20">
            <a:extLst>
              <a:ext uri="{FF2B5EF4-FFF2-40B4-BE49-F238E27FC236}">
                <a16:creationId xmlns:a16="http://schemas.microsoft.com/office/drawing/2014/main" id="{F36AE722-F77E-7F4F-20DB-856F4EB8FDEC}"/>
              </a:ext>
            </a:extLst>
          </p:cNvPr>
          <p:cNvSpPr/>
          <p:nvPr/>
        </p:nvSpPr>
        <p:spPr>
          <a:xfrm>
            <a:off x="2097802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635CC7-B373-0332-F973-093C5AE3C589}"/>
              </a:ext>
            </a:extLst>
          </p:cNvPr>
          <p:cNvSpPr/>
          <p:nvPr/>
        </p:nvSpPr>
        <p:spPr>
          <a:xfrm>
            <a:off x="2761377" y="170127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5953F7B-9497-B6A5-E666-582C03CEF10F}"/>
              </a:ext>
            </a:extLst>
          </p:cNvPr>
          <p:cNvGrpSpPr/>
          <p:nvPr/>
        </p:nvGrpSpPr>
        <p:grpSpPr>
          <a:xfrm rot="14392505">
            <a:off x="4045977" y="515677"/>
            <a:ext cx="423576" cy="987862"/>
            <a:chOff x="1196797" y="863629"/>
            <a:chExt cx="423576" cy="987862"/>
          </a:xfrm>
        </p:grpSpPr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63D3A560-A5FA-14E5-2232-23C1818D31EE}"/>
                </a:ext>
              </a:extLst>
            </p:cNvPr>
            <p:cNvGrpSpPr/>
            <p:nvPr/>
          </p:nvGrpSpPr>
          <p:grpSpPr>
            <a:xfrm rot="21081322">
              <a:off x="1196797" y="1413833"/>
              <a:ext cx="232756" cy="437658"/>
              <a:chOff x="740184" y="3747937"/>
              <a:chExt cx="232756" cy="437658"/>
            </a:xfrm>
          </p:grpSpPr>
          <p:grpSp>
            <p:nvGrpSpPr>
              <p:cNvPr id="96" name="Grupo 95">
                <a:extLst>
                  <a:ext uri="{FF2B5EF4-FFF2-40B4-BE49-F238E27FC236}">
                    <a16:creationId xmlns:a16="http://schemas.microsoft.com/office/drawing/2014/main" id="{A0169B89-2D8F-5FE3-F078-C904696D5605}"/>
                  </a:ext>
                </a:extLst>
              </p:cNvPr>
              <p:cNvGrpSpPr/>
              <p:nvPr/>
            </p:nvGrpSpPr>
            <p:grpSpPr>
              <a:xfrm>
                <a:off x="740184" y="3778158"/>
                <a:ext cx="179064" cy="407437"/>
                <a:chOff x="740184" y="3771014"/>
                <a:chExt cx="179064" cy="407437"/>
              </a:xfrm>
            </p:grpSpPr>
            <p:cxnSp>
              <p:nvCxnSpPr>
                <p:cNvPr id="98" name="Conector recto 97">
                  <a:extLst>
                    <a:ext uri="{FF2B5EF4-FFF2-40B4-BE49-F238E27FC236}">
                      <a16:creationId xmlns:a16="http://schemas.microsoft.com/office/drawing/2014/main" id="{9B828A4E-731F-D2D7-1A1B-81A4F98D8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726173" flipH="1">
                  <a:off x="603191" y="4041458"/>
                  <a:ext cx="273986" cy="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99" name="Imagen 98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DF030563-25BE-CB9E-611D-9473EBE82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97" name="Conector recto 96">
                <a:extLst>
                  <a:ext uri="{FF2B5EF4-FFF2-40B4-BE49-F238E27FC236}">
                    <a16:creationId xmlns:a16="http://schemas.microsoft.com/office/drawing/2014/main" id="{019DBCDC-8350-ED2D-BB83-BD033FC6B597}"/>
                  </a:ext>
                </a:extLst>
              </p:cNvPr>
              <p:cNvCxnSpPr>
                <a:cxnSpLocks/>
              </p:cNvCxnSpPr>
              <p:nvPr/>
            </p:nvCxnSpPr>
            <p:spPr>
              <a:xfrm rot="21240000" flipV="1">
                <a:off x="900940" y="3747937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AE3408AC-2964-9913-3AED-2FF90FD4B68B}"/>
                </a:ext>
              </a:extLst>
            </p:cNvPr>
            <p:cNvGrpSpPr/>
            <p:nvPr/>
          </p:nvGrpSpPr>
          <p:grpSpPr>
            <a:xfrm rot="21081322">
              <a:off x="1374177" y="863629"/>
              <a:ext cx="246196" cy="473471"/>
              <a:chOff x="757927" y="3543888"/>
              <a:chExt cx="246196" cy="473471"/>
            </a:xfrm>
          </p:grpSpPr>
          <p:grpSp>
            <p:nvGrpSpPr>
              <p:cNvPr id="92" name="Grupo 91">
                <a:extLst>
                  <a:ext uri="{FF2B5EF4-FFF2-40B4-BE49-F238E27FC236}">
                    <a16:creationId xmlns:a16="http://schemas.microsoft.com/office/drawing/2014/main" id="{21273E81-3B71-C7D3-1E47-ADB3BF805193}"/>
                  </a:ext>
                </a:extLst>
              </p:cNvPr>
              <p:cNvGrpSpPr/>
              <p:nvPr/>
            </p:nvGrpSpPr>
            <p:grpSpPr>
              <a:xfrm>
                <a:off x="757927" y="3778158"/>
                <a:ext cx="161321" cy="239201"/>
                <a:chOff x="757927" y="3771014"/>
                <a:chExt cx="161321" cy="239201"/>
              </a:xfrm>
            </p:grpSpPr>
            <p:cxnSp>
              <p:nvCxnSpPr>
                <p:cNvPr id="94" name="Conector recto 93">
                  <a:extLst>
                    <a:ext uri="{FF2B5EF4-FFF2-40B4-BE49-F238E27FC236}">
                      <a16:creationId xmlns:a16="http://schemas.microsoft.com/office/drawing/2014/main" id="{FB0EC6BB-7B59-6A3E-9082-073923E116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757927" y="3938215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95" name="Imagen 94" descr="Imagen que contiene objeto, monitor, reloj, frente&#10;&#10;El contenido generado por IA puede ser incorrecto.">
                  <a:extLst>
                    <a:ext uri="{FF2B5EF4-FFF2-40B4-BE49-F238E27FC236}">
                      <a16:creationId xmlns:a16="http://schemas.microsoft.com/office/drawing/2014/main" id="{ECE16FC1-5B24-3849-A1A2-2429ABB1E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300000">
                  <a:off x="763818" y="3829272"/>
                  <a:ext cx="213687" cy="97172"/>
                </a:xfrm>
                <a:prstGeom prst="rect">
                  <a:avLst/>
                </a:prstGeom>
              </p:spPr>
            </p:pic>
          </p:grp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E0B612B0-15DE-6C16-22CF-2F2174A13120}"/>
                  </a:ext>
                </a:extLst>
              </p:cNvPr>
              <p:cNvCxnSpPr>
                <a:cxnSpLocks/>
              </p:cNvCxnSpPr>
              <p:nvPr/>
            </p:nvCxnSpPr>
            <p:spPr>
              <a:xfrm rot="7726173" flipH="1">
                <a:off x="848052" y="3699959"/>
                <a:ext cx="312142" cy="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Elipse 99">
            <a:extLst>
              <a:ext uri="{FF2B5EF4-FFF2-40B4-BE49-F238E27FC236}">
                <a16:creationId xmlns:a16="http://schemas.microsoft.com/office/drawing/2014/main" id="{3C4971C8-44B4-438A-7B39-00DDAF696754}"/>
              </a:ext>
            </a:extLst>
          </p:cNvPr>
          <p:cNvSpPr/>
          <p:nvPr/>
        </p:nvSpPr>
        <p:spPr>
          <a:xfrm>
            <a:off x="3676646" y="931154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45EC4F0-3A78-D461-2540-5D4495398EA1}"/>
              </a:ext>
            </a:extLst>
          </p:cNvPr>
          <p:cNvSpPr/>
          <p:nvPr/>
        </p:nvSpPr>
        <p:spPr>
          <a:xfrm>
            <a:off x="4800601" y="932920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76C6499A-0E46-C0E4-C81B-3705B368DAD1}"/>
              </a:ext>
            </a:extLst>
          </p:cNvPr>
          <p:cNvCxnSpPr>
            <a:cxnSpLocks/>
          </p:cNvCxnSpPr>
          <p:nvPr/>
        </p:nvCxnSpPr>
        <p:spPr>
          <a:xfrm flipH="1">
            <a:off x="4238659" y="1005023"/>
            <a:ext cx="108000" cy="0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E64FBB96-14D6-8A17-EC0C-0AF8A6C04D96}"/>
              </a:ext>
            </a:extLst>
          </p:cNvPr>
          <p:cNvGrpSpPr/>
          <p:nvPr/>
        </p:nvGrpSpPr>
        <p:grpSpPr>
          <a:xfrm rot="12376614">
            <a:off x="2947242" y="3667875"/>
            <a:ext cx="237145" cy="450125"/>
            <a:chOff x="735795" y="3747937"/>
            <a:chExt cx="237145" cy="450125"/>
          </a:xfrm>
        </p:grpSpPr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DC38F171-BA43-8FB6-7C7D-F2C0391C2C65}"/>
                </a:ext>
              </a:extLst>
            </p:cNvPr>
            <p:cNvGrpSpPr/>
            <p:nvPr/>
          </p:nvGrpSpPr>
          <p:grpSpPr>
            <a:xfrm>
              <a:off x="735795" y="3778158"/>
              <a:ext cx="183453" cy="419904"/>
              <a:chOff x="735795" y="3771014"/>
              <a:chExt cx="183453" cy="419904"/>
            </a:xfrm>
          </p:grpSpPr>
          <p:cxnSp>
            <p:nvCxnSpPr>
              <p:cNvPr id="123" name="Conector recto 122">
                <a:extLst>
                  <a:ext uri="{FF2B5EF4-FFF2-40B4-BE49-F238E27FC236}">
                    <a16:creationId xmlns:a16="http://schemas.microsoft.com/office/drawing/2014/main" id="{FD8F44EE-20FD-06F1-DA22-3753CEE022FB}"/>
                  </a:ext>
                </a:extLst>
              </p:cNvPr>
              <p:cNvCxnSpPr>
                <a:cxnSpLocks/>
              </p:cNvCxnSpPr>
              <p:nvPr/>
            </p:nvCxnSpPr>
            <p:spPr>
              <a:xfrm rot="7726173" flipH="1">
                <a:off x="591795" y="4046918"/>
                <a:ext cx="288000" cy="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4" name="Imagen 123" descr="Imagen que contiene objeto, monitor, reloj, frente&#10;&#10;El contenido generado por IA puede ser incorrecto.">
                <a:extLst>
                  <a:ext uri="{FF2B5EF4-FFF2-40B4-BE49-F238E27FC236}">
                    <a16:creationId xmlns:a16="http://schemas.microsoft.com/office/drawing/2014/main" id="{FB07004A-F6C5-4179-50A0-EC0DB3D731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300000">
                <a:off x="763818" y="3829272"/>
                <a:ext cx="213687" cy="97172"/>
              </a:xfrm>
              <a:prstGeom prst="rect">
                <a:avLst/>
              </a:prstGeom>
            </p:spPr>
          </p:pic>
        </p:grp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9B4049F4-1107-154F-B2DC-9C75102644CC}"/>
                </a:ext>
              </a:extLst>
            </p:cNvPr>
            <p:cNvCxnSpPr>
              <a:cxnSpLocks/>
            </p:cNvCxnSpPr>
            <p:nvPr/>
          </p:nvCxnSpPr>
          <p:spPr>
            <a:xfrm rot="21240000" flipV="1">
              <a:off x="900940" y="3747937"/>
              <a:ext cx="72000" cy="7200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60A5B452-D9BE-3136-1D4D-940FDC4BFFFA}"/>
              </a:ext>
            </a:extLst>
          </p:cNvPr>
          <p:cNvGrpSpPr/>
          <p:nvPr/>
        </p:nvGrpSpPr>
        <p:grpSpPr>
          <a:xfrm rot="15538273">
            <a:off x="2456440" y="3737185"/>
            <a:ext cx="246196" cy="473471"/>
            <a:chOff x="757927" y="3543888"/>
            <a:chExt cx="246196" cy="473471"/>
          </a:xfrm>
        </p:grpSpPr>
        <p:grpSp>
          <p:nvGrpSpPr>
            <p:cNvPr id="117" name="Grupo 116">
              <a:extLst>
                <a:ext uri="{FF2B5EF4-FFF2-40B4-BE49-F238E27FC236}">
                  <a16:creationId xmlns:a16="http://schemas.microsoft.com/office/drawing/2014/main" id="{E3469A3B-643F-B86F-7399-239E8B2F9DDE}"/>
                </a:ext>
              </a:extLst>
            </p:cNvPr>
            <p:cNvGrpSpPr/>
            <p:nvPr/>
          </p:nvGrpSpPr>
          <p:grpSpPr>
            <a:xfrm>
              <a:off x="757927" y="3778158"/>
              <a:ext cx="161321" cy="239201"/>
              <a:chOff x="757927" y="3771014"/>
              <a:chExt cx="161321" cy="239201"/>
            </a:xfrm>
          </p:grpSpPr>
          <p:cxnSp>
            <p:nvCxnSpPr>
              <p:cNvPr id="119" name="Conector recto 118">
                <a:extLst>
                  <a:ext uri="{FF2B5EF4-FFF2-40B4-BE49-F238E27FC236}">
                    <a16:creationId xmlns:a16="http://schemas.microsoft.com/office/drawing/2014/main" id="{168A4A08-E429-B3F2-96FC-F73D1E7436E7}"/>
                  </a:ext>
                </a:extLst>
              </p:cNvPr>
              <p:cNvCxnSpPr>
                <a:cxnSpLocks/>
              </p:cNvCxnSpPr>
              <p:nvPr/>
            </p:nvCxnSpPr>
            <p:spPr>
              <a:xfrm rot="21240000" flipV="1">
                <a:off x="757927" y="3938215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0" name="Imagen 119" descr="Imagen que contiene objeto, monitor, reloj, frente&#10;&#10;El contenido generado por IA puede ser incorrecto.">
                <a:extLst>
                  <a:ext uri="{FF2B5EF4-FFF2-40B4-BE49-F238E27FC236}">
                    <a16:creationId xmlns:a16="http://schemas.microsoft.com/office/drawing/2014/main" id="{790B895C-45E3-2B67-BACC-717D41488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300000">
                <a:off x="763818" y="3829272"/>
                <a:ext cx="213687" cy="97172"/>
              </a:xfrm>
              <a:prstGeom prst="rect">
                <a:avLst/>
              </a:prstGeom>
            </p:spPr>
          </p:pic>
        </p:grp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F29118F4-1E72-322E-CFDD-2F59C03726AB}"/>
                </a:ext>
              </a:extLst>
            </p:cNvPr>
            <p:cNvCxnSpPr>
              <a:cxnSpLocks/>
            </p:cNvCxnSpPr>
            <p:nvPr/>
          </p:nvCxnSpPr>
          <p:spPr>
            <a:xfrm rot="7726173" flipH="1">
              <a:off x="848052" y="3699959"/>
              <a:ext cx="312142" cy="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Elipse 124">
            <a:extLst>
              <a:ext uri="{FF2B5EF4-FFF2-40B4-BE49-F238E27FC236}">
                <a16:creationId xmlns:a16="http://schemas.microsoft.com/office/drawing/2014/main" id="{4CB93046-BF8C-696E-292F-C8EA13BB4DB2}"/>
              </a:ext>
            </a:extLst>
          </p:cNvPr>
          <p:cNvSpPr/>
          <p:nvPr/>
        </p:nvSpPr>
        <p:spPr>
          <a:xfrm>
            <a:off x="2209010" y="3706961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Elipse 125">
            <a:extLst>
              <a:ext uri="{FF2B5EF4-FFF2-40B4-BE49-F238E27FC236}">
                <a16:creationId xmlns:a16="http://schemas.microsoft.com/office/drawing/2014/main" id="{72A7024D-3E2A-071D-FAE5-908D4C8020DD}"/>
              </a:ext>
            </a:extLst>
          </p:cNvPr>
          <p:cNvSpPr/>
          <p:nvPr/>
        </p:nvSpPr>
        <p:spPr>
          <a:xfrm>
            <a:off x="3332965" y="3708727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83F4FE62-D3AA-8E7D-2658-CAA713E2E7F4}"/>
              </a:ext>
            </a:extLst>
          </p:cNvPr>
          <p:cNvGrpSpPr/>
          <p:nvPr/>
        </p:nvGrpSpPr>
        <p:grpSpPr>
          <a:xfrm rot="18477273">
            <a:off x="2835649" y="4058211"/>
            <a:ext cx="237145" cy="450125"/>
            <a:chOff x="735795" y="3747937"/>
            <a:chExt cx="237145" cy="450125"/>
          </a:xfrm>
        </p:grpSpPr>
        <p:grpSp>
          <p:nvGrpSpPr>
            <p:cNvPr id="148" name="Grupo 147">
              <a:extLst>
                <a:ext uri="{FF2B5EF4-FFF2-40B4-BE49-F238E27FC236}">
                  <a16:creationId xmlns:a16="http://schemas.microsoft.com/office/drawing/2014/main" id="{B66C8343-A885-7A1A-3AE5-8FBEC740888C}"/>
                </a:ext>
              </a:extLst>
            </p:cNvPr>
            <p:cNvGrpSpPr/>
            <p:nvPr/>
          </p:nvGrpSpPr>
          <p:grpSpPr>
            <a:xfrm>
              <a:off x="735795" y="3778158"/>
              <a:ext cx="183453" cy="419904"/>
              <a:chOff x="735795" y="3771014"/>
              <a:chExt cx="183453" cy="419904"/>
            </a:xfrm>
          </p:grpSpPr>
          <p:cxnSp>
            <p:nvCxnSpPr>
              <p:cNvPr id="150" name="Conector recto 149">
                <a:extLst>
                  <a:ext uri="{FF2B5EF4-FFF2-40B4-BE49-F238E27FC236}">
                    <a16:creationId xmlns:a16="http://schemas.microsoft.com/office/drawing/2014/main" id="{87B7F97E-BCED-D2D1-BEFD-5300EFDCEA62}"/>
                  </a:ext>
                </a:extLst>
              </p:cNvPr>
              <p:cNvCxnSpPr>
                <a:cxnSpLocks/>
              </p:cNvCxnSpPr>
              <p:nvPr/>
            </p:nvCxnSpPr>
            <p:spPr>
              <a:xfrm rot="7726173" flipH="1">
                <a:off x="591795" y="4046918"/>
                <a:ext cx="288000" cy="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1" name="Imagen 150" descr="Imagen que contiene objeto, monitor, reloj, frente&#10;&#10;El contenido generado por IA puede ser incorrecto.">
                <a:extLst>
                  <a:ext uri="{FF2B5EF4-FFF2-40B4-BE49-F238E27FC236}">
                    <a16:creationId xmlns:a16="http://schemas.microsoft.com/office/drawing/2014/main" id="{6691461B-E8E6-4FF4-3A20-89C682EA4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300000">
                <a:off x="763818" y="3829272"/>
                <a:ext cx="213687" cy="97172"/>
              </a:xfrm>
              <a:prstGeom prst="rect">
                <a:avLst/>
              </a:prstGeom>
            </p:spPr>
          </p:pic>
        </p:grpSp>
        <p:cxnSp>
          <p:nvCxnSpPr>
            <p:cNvPr id="149" name="Conector recto 148">
              <a:extLst>
                <a:ext uri="{FF2B5EF4-FFF2-40B4-BE49-F238E27FC236}">
                  <a16:creationId xmlns:a16="http://schemas.microsoft.com/office/drawing/2014/main" id="{C8BB4D8D-D2C1-2924-4B8E-F08F2829BC93}"/>
                </a:ext>
              </a:extLst>
            </p:cNvPr>
            <p:cNvCxnSpPr>
              <a:cxnSpLocks/>
            </p:cNvCxnSpPr>
            <p:nvPr/>
          </p:nvCxnSpPr>
          <p:spPr>
            <a:xfrm rot="21240000" flipV="1">
              <a:off x="900940" y="3747937"/>
              <a:ext cx="72000" cy="7200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Elipse 111">
            <a:extLst>
              <a:ext uri="{FF2B5EF4-FFF2-40B4-BE49-F238E27FC236}">
                <a16:creationId xmlns:a16="http://schemas.microsoft.com/office/drawing/2014/main" id="{525F5E06-0831-3549-AE63-6F8DF853C10E}"/>
              </a:ext>
            </a:extLst>
          </p:cNvPr>
          <p:cNvSpPr/>
          <p:nvPr/>
        </p:nvSpPr>
        <p:spPr>
          <a:xfrm>
            <a:off x="2901800" y="4477077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Elipse 151">
            <a:extLst>
              <a:ext uri="{FF2B5EF4-FFF2-40B4-BE49-F238E27FC236}">
                <a16:creationId xmlns:a16="http://schemas.microsoft.com/office/drawing/2014/main" id="{7B125574-7145-B196-DCC7-C07C88E914DA}"/>
              </a:ext>
            </a:extLst>
          </p:cNvPr>
          <p:cNvSpPr/>
          <p:nvPr/>
        </p:nvSpPr>
        <p:spPr>
          <a:xfrm rot="6187672">
            <a:off x="2825834" y="4023405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1EAE86F4-AD1F-4F11-0B8A-32E7B9174EAF}"/>
              </a:ext>
            </a:extLst>
          </p:cNvPr>
          <p:cNvSpPr txBox="1"/>
          <p:nvPr/>
        </p:nvSpPr>
        <p:spPr>
          <a:xfrm>
            <a:off x="2019638" y="4721696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Central reference</a:t>
            </a:r>
          </a:p>
        </p:txBody>
      </p:sp>
    </p:spTree>
    <p:extLst>
      <p:ext uri="{BB962C8B-B14F-4D97-AF65-F5344CB8AC3E}">
        <p14:creationId xmlns:p14="http://schemas.microsoft.com/office/powerpoint/2010/main" val="149635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8FC32-1F3A-3E54-ACA4-9FFB4462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FEC09C70-DD3A-5F4D-8CE8-62C9631D4B40}"/>
              </a:ext>
            </a:extLst>
          </p:cNvPr>
          <p:cNvGrpSpPr/>
          <p:nvPr/>
        </p:nvGrpSpPr>
        <p:grpSpPr>
          <a:xfrm>
            <a:off x="414336" y="2819619"/>
            <a:ext cx="4572003" cy="2077916"/>
            <a:chOff x="414336" y="236801"/>
            <a:chExt cx="4572003" cy="2077916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09A35006-C97A-B2A7-E4F4-936E74F0B802}"/>
                </a:ext>
              </a:extLst>
            </p:cNvPr>
            <p:cNvGrpSpPr/>
            <p:nvPr/>
          </p:nvGrpSpPr>
          <p:grpSpPr>
            <a:xfrm>
              <a:off x="414336" y="236801"/>
              <a:ext cx="4572003" cy="2021682"/>
              <a:chOff x="414336" y="473868"/>
              <a:chExt cx="4572003" cy="2021682"/>
            </a:xfrm>
          </p:grpSpPr>
          <p:pic>
            <p:nvPicPr>
              <p:cNvPr id="3" name="Imagen 2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3664A01C-BF97-29E1-AD14-196137142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4336" y="473868"/>
                <a:ext cx="1347788" cy="2021682"/>
              </a:xfrm>
              <a:prstGeom prst="rect">
                <a:avLst/>
              </a:prstGeom>
            </p:spPr>
          </p:pic>
          <p:pic>
            <p:nvPicPr>
              <p:cNvPr id="4" name="Imagen 3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19EB1930-C3AB-8C0A-7360-A319ED07E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26444" y="473868"/>
                <a:ext cx="1347788" cy="2021682"/>
              </a:xfrm>
              <a:prstGeom prst="rect">
                <a:avLst/>
              </a:prstGeom>
            </p:spPr>
          </p:pic>
          <p:pic>
            <p:nvPicPr>
              <p:cNvPr id="12" name="Imagen 11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68A07028-5C3E-4333-A650-B24388D56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38551" y="473868"/>
                <a:ext cx="1347788" cy="2021682"/>
              </a:xfrm>
              <a:prstGeom prst="rect">
                <a:avLst/>
              </a:prstGeom>
            </p:spPr>
          </p:pic>
        </p:grp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59DE2D89-87E3-4E86-1238-FE3658834FB7}"/>
                </a:ext>
              </a:extLst>
            </p:cNvPr>
            <p:cNvCxnSpPr>
              <a:cxnSpLocks/>
              <a:stCxn id="18" idx="6"/>
            </p:cNvCxnSpPr>
            <p:nvPr/>
          </p:nvCxnSpPr>
          <p:spPr>
            <a:xfrm>
              <a:off x="600074" y="998802"/>
              <a:ext cx="804257" cy="391455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5764F327-30E6-C964-0F7D-1473C3AD3F71}"/>
                </a:ext>
              </a:extLst>
            </p:cNvPr>
            <p:cNvSpPr/>
            <p:nvPr/>
          </p:nvSpPr>
          <p:spPr>
            <a:xfrm>
              <a:off x="991522" y="1168028"/>
              <a:ext cx="45719" cy="45719"/>
            </a:xfrm>
            <a:prstGeom prst="ellipse">
              <a:avLst/>
            </a:prstGeom>
            <a:solidFill>
              <a:srgbClr val="190167"/>
            </a:solidFill>
            <a:ln>
              <a:solidFill>
                <a:srgbClr val="1901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6DB65351-5D9F-69B6-9021-E131EDD9B57D}"/>
                </a:ext>
              </a:extLst>
            </p:cNvPr>
            <p:cNvSpPr/>
            <p:nvPr/>
          </p:nvSpPr>
          <p:spPr>
            <a:xfrm>
              <a:off x="468311" y="93292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665118B5-30D5-17E2-CBCD-F00C3A113E6D}"/>
                </a:ext>
              </a:extLst>
            </p:cNvPr>
            <p:cNvGrpSpPr/>
            <p:nvPr/>
          </p:nvGrpSpPr>
          <p:grpSpPr>
            <a:xfrm rot="6187672">
              <a:off x="2603275" y="842774"/>
              <a:ext cx="570404" cy="675179"/>
              <a:chOff x="2210269" y="1045387"/>
              <a:chExt cx="570404" cy="675179"/>
            </a:xfrm>
          </p:grpSpPr>
          <p:cxnSp>
            <p:nvCxnSpPr>
              <p:cNvPr id="30" name="Conector recto 29">
                <a:extLst>
                  <a:ext uri="{FF2B5EF4-FFF2-40B4-BE49-F238E27FC236}">
                    <a16:creationId xmlns:a16="http://schemas.microsoft.com/office/drawing/2014/main" id="{1B68827D-944E-0337-C389-3E1D505C0334}"/>
                  </a:ext>
                </a:extLst>
              </p:cNvPr>
              <p:cNvCxnSpPr>
                <a:cxnSpLocks/>
                <a:stCxn id="21" idx="5"/>
                <a:endCxn id="23" idx="1"/>
              </p:cNvCxnSpPr>
              <p:nvPr/>
            </p:nvCxnSpPr>
            <p:spPr>
              <a:xfrm>
                <a:off x="2210269" y="1045387"/>
                <a:ext cx="570404" cy="675179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Elipse 32">
                <a:extLst>
                  <a:ext uri="{FF2B5EF4-FFF2-40B4-BE49-F238E27FC236}">
                    <a16:creationId xmlns:a16="http://schemas.microsoft.com/office/drawing/2014/main" id="{57C109AA-B7BB-2ADD-4276-F3BE5C06D9F2}"/>
                  </a:ext>
                </a:extLst>
              </p:cNvPr>
              <p:cNvSpPr/>
              <p:nvPr/>
            </p:nvSpPr>
            <p:spPr>
              <a:xfrm>
                <a:off x="2473838" y="1359584"/>
                <a:ext cx="45719" cy="45719"/>
              </a:xfrm>
              <a:prstGeom prst="ellipse">
                <a:avLst/>
              </a:prstGeom>
              <a:solidFill>
                <a:srgbClr val="190167"/>
              </a:solidFill>
              <a:ln>
                <a:solidFill>
                  <a:srgbClr val="19016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AF692D0D-263D-61E8-7E0E-805323A52014}"/>
                </a:ext>
              </a:extLst>
            </p:cNvPr>
            <p:cNvCxnSpPr>
              <a:cxnSpLocks/>
            </p:cNvCxnSpPr>
            <p:nvPr/>
          </p:nvCxnSpPr>
          <p:spPr>
            <a:xfrm>
              <a:off x="4284847" y="1000696"/>
              <a:ext cx="144664" cy="712723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DD4A7D34-9370-1112-CA70-4CCF230539C5}"/>
                </a:ext>
              </a:extLst>
            </p:cNvPr>
            <p:cNvSpPr/>
            <p:nvPr/>
          </p:nvSpPr>
          <p:spPr>
            <a:xfrm>
              <a:off x="4334987" y="1325401"/>
              <a:ext cx="45719" cy="45719"/>
            </a:xfrm>
            <a:prstGeom prst="ellipse">
              <a:avLst/>
            </a:prstGeom>
            <a:solidFill>
              <a:srgbClr val="190167"/>
            </a:solidFill>
            <a:ln>
              <a:solidFill>
                <a:srgbClr val="1901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960DCD6B-C90A-7E28-43C2-7E1AE22C3ED4}"/>
                </a:ext>
              </a:extLst>
            </p:cNvPr>
            <p:cNvSpPr/>
            <p:nvPr/>
          </p:nvSpPr>
          <p:spPr>
            <a:xfrm>
              <a:off x="4369436" y="170127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93D20530-30E1-AECF-DD6F-0DE6355BC2AD}"/>
                </a:ext>
              </a:extLst>
            </p:cNvPr>
            <p:cNvSpPr txBox="1"/>
            <p:nvPr/>
          </p:nvSpPr>
          <p:spPr>
            <a:xfrm>
              <a:off x="567155" y="1912012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190167"/>
                  </a:solidFill>
                  <a:latin typeface="Arial Narrow" panose="020B0606020202030204" pitchFamily="34" charset="0"/>
                </a:rPr>
                <a:t>Lead </a:t>
              </a:r>
              <a:r>
                <a:rPr lang="en-GB" dirty="0" err="1">
                  <a:solidFill>
                    <a:srgbClr val="190167"/>
                  </a:solidFill>
                  <a:latin typeface="Arial Narrow" panose="020B0606020202030204" pitchFamily="34" charset="0"/>
                </a:rPr>
                <a:t>aVR</a:t>
              </a:r>
              <a:endParaRPr lang="en-GB" dirty="0">
                <a:solidFill>
                  <a:srgbClr val="190167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BB868001-49A5-A93B-D88B-562BFB0F0500}"/>
                </a:ext>
              </a:extLst>
            </p:cNvPr>
            <p:cNvSpPr txBox="1"/>
            <p:nvPr/>
          </p:nvSpPr>
          <p:spPr>
            <a:xfrm>
              <a:off x="2196409" y="1945385"/>
              <a:ext cx="998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190167"/>
                  </a:solidFill>
                  <a:latin typeface="Arial Narrow" panose="020B0606020202030204" pitchFamily="34" charset="0"/>
                </a:rPr>
                <a:t>Lead </a:t>
              </a:r>
              <a:r>
                <a:rPr lang="en-GB" dirty="0" err="1">
                  <a:solidFill>
                    <a:srgbClr val="190167"/>
                  </a:solidFill>
                  <a:latin typeface="Arial Narrow" panose="020B0606020202030204" pitchFamily="34" charset="0"/>
                </a:rPr>
                <a:t>aVL</a:t>
              </a:r>
              <a:endParaRPr lang="en-GB" dirty="0">
                <a:solidFill>
                  <a:srgbClr val="190167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350211BD-4BCA-4B34-2200-D9C91E31B171}"/>
                </a:ext>
              </a:extLst>
            </p:cNvPr>
            <p:cNvSpPr txBox="1"/>
            <p:nvPr/>
          </p:nvSpPr>
          <p:spPr>
            <a:xfrm>
              <a:off x="3797963" y="1912012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190167"/>
                  </a:solidFill>
                  <a:latin typeface="Arial Narrow" panose="020B0606020202030204" pitchFamily="34" charset="0"/>
                </a:rPr>
                <a:t>Lead </a:t>
              </a:r>
              <a:r>
                <a:rPr lang="en-GB" dirty="0" err="1">
                  <a:solidFill>
                    <a:srgbClr val="190167"/>
                  </a:solidFill>
                  <a:latin typeface="Arial Narrow" panose="020B0606020202030204" pitchFamily="34" charset="0"/>
                </a:rPr>
                <a:t>aVF</a:t>
              </a:r>
              <a:endParaRPr lang="en-GB" dirty="0">
                <a:solidFill>
                  <a:srgbClr val="190167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8223963-F110-7B57-F0DB-CBB914108014}"/>
                </a:ext>
              </a:extLst>
            </p:cNvPr>
            <p:cNvSpPr/>
            <p:nvPr/>
          </p:nvSpPr>
          <p:spPr>
            <a:xfrm>
              <a:off x="1560229" y="93292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C6EE8C0-B99E-A9EC-2F2F-6910F8E572C1}"/>
                </a:ext>
              </a:extLst>
            </p:cNvPr>
            <p:cNvSpPr/>
            <p:nvPr/>
          </p:nvSpPr>
          <p:spPr>
            <a:xfrm>
              <a:off x="1129064" y="170127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09CC1F9-690F-CED4-B673-15759D19D69B}"/>
                </a:ext>
              </a:extLst>
            </p:cNvPr>
            <p:cNvGrpSpPr/>
            <p:nvPr/>
          </p:nvGrpSpPr>
          <p:grpSpPr>
            <a:xfrm>
              <a:off x="1201796" y="1068859"/>
              <a:ext cx="402906" cy="614018"/>
              <a:chOff x="1201796" y="1068859"/>
              <a:chExt cx="402906" cy="614018"/>
            </a:xfrm>
          </p:grpSpPr>
          <p:grpSp>
            <p:nvGrpSpPr>
              <p:cNvPr id="57" name="Grupo 56">
                <a:extLst>
                  <a:ext uri="{FF2B5EF4-FFF2-40B4-BE49-F238E27FC236}">
                    <a16:creationId xmlns:a16="http://schemas.microsoft.com/office/drawing/2014/main" id="{6F025975-BAD1-80A6-DFC5-265C1B58C4CE}"/>
                  </a:ext>
                </a:extLst>
              </p:cNvPr>
              <p:cNvGrpSpPr/>
              <p:nvPr/>
            </p:nvGrpSpPr>
            <p:grpSpPr>
              <a:xfrm rot="21081322">
                <a:off x="1201796" y="1413455"/>
                <a:ext cx="215013" cy="269422"/>
                <a:chOff x="757927" y="3747937"/>
                <a:chExt cx="215013" cy="269422"/>
              </a:xfrm>
            </p:grpSpPr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39A62FC1-3660-0A33-804E-67A24D012C4C}"/>
                    </a:ext>
                  </a:extLst>
                </p:cNvPr>
                <p:cNvGrpSpPr/>
                <p:nvPr/>
              </p:nvGrpSpPr>
              <p:grpSpPr>
                <a:xfrm>
                  <a:off x="757927" y="3778158"/>
                  <a:ext cx="161321" cy="239201"/>
                  <a:chOff x="757927" y="3771014"/>
                  <a:chExt cx="161321" cy="239201"/>
                </a:xfrm>
              </p:grpSpPr>
              <p:cxnSp>
                <p:nvCxnSpPr>
                  <p:cNvPr id="52" name="Conector recto 51">
                    <a:extLst>
                      <a:ext uri="{FF2B5EF4-FFF2-40B4-BE49-F238E27FC236}">
                        <a16:creationId xmlns:a16="http://schemas.microsoft.com/office/drawing/2014/main" id="{B5AE8DC8-F733-D82A-2F72-C22FFF4DFD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757927" y="3938215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53" name="Imagen 52" descr="Imagen que contiene objeto, monitor, reloj, frente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18466349-9004-81A7-A4FC-7F3A421F65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300000">
                    <a:off x="763818" y="3829272"/>
                    <a:ext cx="213687" cy="9717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56" name="Conector recto 55">
                  <a:extLst>
                    <a:ext uri="{FF2B5EF4-FFF2-40B4-BE49-F238E27FC236}">
                      <a16:creationId xmlns:a16="http://schemas.microsoft.com/office/drawing/2014/main" id="{F3907113-96BF-2E70-B5DF-1F023C6C9B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900940" y="3747937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429CC23B-BACE-33DE-64C6-7D486DE2F11C}"/>
                  </a:ext>
                </a:extLst>
              </p:cNvPr>
              <p:cNvGrpSpPr/>
              <p:nvPr/>
            </p:nvGrpSpPr>
            <p:grpSpPr>
              <a:xfrm rot="21081322">
                <a:off x="1389689" y="1068859"/>
                <a:ext cx="215013" cy="269422"/>
                <a:chOff x="757927" y="3747937"/>
                <a:chExt cx="215013" cy="269422"/>
              </a:xfrm>
            </p:grpSpPr>
            <p:grpSp>
              <p:nvGrpSpPr>
                <p:cNvPr id="59" name="Grupo 58">
                  <a:extLst>
                    <a:ext uri="{FF2B5EF4-FFF2-40B4-BE49-F238E27FC236}">
                      <a16:creationId xmlns:a16="http://schemas.microsoft.com/office/drawing/2014/main" id="{B9BD43CE-F153-D5EC-624F-215B1A8E5F5B}"/>
                    </a:ext>
                  </a:extLst>
                </p:cNvPr>
                <p:cNvGrpSpPr/>
                <p:nvPr/>
              </p:nvGrpSpPr>
              <p:grpSpPr>
                <a:xfrm>
                  <a:off x="757927" y="3778158"/>
                  <a:ext cx="161321" cy="239201"/>
                  <a:chOff x="757927" y="3771014"/>
                  <a:chExt cx="161321" cy="239201"/>
                </a:xfrm>
              </p:grpSpPr>
              <p:cxnSp>
                <p:nvCxnSpPr>
                  <p:cNvPr id="61" name="Conector recto 60">
                    <a:extLst>
                      <a:ext uri="{FF2B5EF4-FFF2-40B4-BE49-F238E27FC236}">
                        <a16:creationId xmlns:a16="http://schemas.microsoft.com/office/drawing/2014/main" id="{69A0FD1E-EE0E-60A8-9775-9D2B2F9044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757927" y="3938215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62" name="Imagen 61" descr="Imagen que contiene objeto, monitor, reloj, frente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68D7807E-9ECC-7D80-BAF8-4F5C9A1AD2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300000">
                    <a:off x="763818" y="3829272"/>
                    <a:ext cx="213687" cy="9717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60" name="Conector recto 59">
                  <a:extLst>
                    <a:ext uri="{FF2B5EF4-FFF2-40B4-BE49-F238E27FC236}">
                      <a16:creationId xmlns:a16="http://schemas.microsoft.com/office/drawing/2014/main" id="{2AD33F75-C1FA-4673-7068-B37004205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900940" y="3747937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7F9E2379-FCD1-04A6-E2E8-6E7E9D7E2CCE}"/>
                  </a:ext>
                </a:extLst>
              </p:cNvPr>
              <p:cNvCxnSpPr>
                <a:cxnSpLocks/>
              </p:cNvCxnSpPr>
              <p:nvPr/>
            </p:nvCxnSpPr>
            <p:spPr>
              <a:xfrm rot="20721322" flipV="1">
                <a:off x="1370951" y="1334113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4978FD2E-1567-5455-AD63-36C58713D6F1}"/>
                </a:ext>
              </a:extLst>
            </p:cNvPr>
            <p:cNvSpPr/>
            <p:nvPr/>
          </p:nvSpPr>
          <p:spPr>
            <a:xfrm>
              <a:off x="3175914" y="93292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B64FE38F-2126-CE09-E917-CA90BEC9A0FA}"/>
                </a:ext>
              </a:extLst>
            </p:cNvPr>
            <p:cNvGrpSpPr/>
            <p:nvPr/>
          </p:nvGrpSpPr>
          <p:grpSpPr>
            <a:xfrm>
              <a:off x="2187172" y="1044750"/>
              <a:ext cx="614018" cy="684418"/>
              <a:chOff x="2191935" y="1039987"/>
              <a:chExt cx="614018" cy="684418"/>
            </a:xfrm>
          </p:grpSpPr>
          <p:grpSp>
            <p:nvGrpSpPr>
              <p:cNvPr id="66" name="Grupo 65">
                <a:extLst>
                  <a:ext uri="{FF2B5EF4-FFF2-40B4-BE49-F238E27FC236}">
                    <a16:creationId xmlns:a16="http://schemas.microsoft.com/office/drawing/2014/main" id="{C550496A-87DF-E1CA-3319-D0A88C186DA8}"/>
                  </a:ext>
                </a:extLst>
              </p:cNvPr>
              <p:cNvGrpSpPr/>
              <p:nvPr/>
            </p:nvGrpSpPr>
            <p:grpSpPr>
              <a:xfrm rot="17518952">
                <a:off x="2297491" y="1066772"/>
                <a:ext cx="402906" cy="614018"/>
                <a:chOff x="1201796" y="1068859"/>
                <a:chExt cx="402906" cy="614018"/>
              </a:xfrm>
            </p:grpSpPr>
            <p:grpSp>
              <p:nvGrpSpPr>
                <p:cNvPr id="67" name="Grupo 66">
                  <a:extLst>
                    <a:ext uri="{FF2B5EF4-FFF2-40B4-BE49-F238E27FC236}">
                      <a16:creationId xmlns:a16="http://schemas.microsoft.com/office/drawing/2014/main" id="{030F5C54-496D-EA95-F90B-EC81576640F4}"/>
                    </a:ext>
                  </a:extLst>
                </p:cNvPr>
                <p:cNvGrpSpPr/>
                <p:nvPr/>
              </p:nvGrpSpPr>
              <p:grpSpPr>
                <a:xfrm rot="21081322">
                  <a:off x="1201796" y="1413455"/>
                  <a:ext cx="215013" cy="269422"/>
                  <a:chOff x="757927" y="3747937"/>
                  <a:chExt cx="215013" cy="269422"/>
                </a:xfrm>
              </p:grpSpPr>
              <p:grpSp>
                <p:nvGrpSpPr>
                  <p:cNvPr id="74" name="Grupo 73">
                    <a:extLst>
                      <a:ext uri="{FF2B5EF4-FFF2-40B4-BE49-F238E27FC236}">
                        <a16:creationId xmlns:a16="http://schemas.microsoft.com/office/drawing/2014/main" id="{A398F7C8-916D-80F5-3E24-AE67DF67FAF0}"/>
                      </a:ext>
                    </a:extLst>
                  </p:cNvPr>
                  <p:cNvGrpSpPr/>
                  <p:nvPr/>
                </p:nvGrpSpPr>
                <p:grpSpPr>
                  <a:xfrm>
                    <a:off x="757927" y="3778158"/>
                    <a:ext cx="161321" cy="239201"/>
                    <a:chOff x="757927" y="3771014"/>
                    <a:chExt cx="161321" cy="239201"/>
                  </a:xfrm>
                </p:grpSpPr>
                <p:cxnSp>
                  <p:nvCxnSpPr>
                    <p:cNvPr id="76" name="Conector recto 75">
                      <a:extLst>
                        <a:ext uri="{FF2B5EF4-FFF2-40B4-BE49-F238E27FC236}">
                          <a16:creationId xmlns:a16="http://schemas.microsoft.com/office/drawing/2014/main" id="{8C03704A-8C0D-9CCA-AC3A-97905C06C5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21240000" flipV="1">
                      <a:off x="757927" y="3938215"/>
                      <a:ext cx="72000" cy="72000"/>
                    </a:xfrm>
                    <a:prstGeom prst="line">
                      <a:avLst/>
                    </a:prstGeom>
                    <a:ln>
                      <a:solidFill>
                        <a:srgbClr val="190167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77" name="Imagen 76" descr="Imagen que contiene objeto, monitor, reloj, frente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A60CAB96-35BD-93BA-0859-7895BB9DBEC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8300000">
                      <a:off x="763818" y="3829272"/>
                      <a:ext cx="213687" cy="97172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75" name="Conector recto 74">
                    <a:extLst>
                      <a:ext uri="{FF2B5EF4-FFF2-40B4-BE49-F238E27FC236}">
                        <a16:creationId xmlns:a16="http://schemas.microsoft.com/office/drawing/2014/main" id="{214132B0-384A-78AF-97F2-61651A7A9F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900940" y="3747937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upo 67">
                  <a:extLst>
                    <a:ext uri="{FF2B5EF4-FFF2-40B4-BE49-F238E27FC236}">
                      <a16:creationId xmlns:a16="http://schemas.microsoft.com/office/drawing/2014/main" id="{3F859DEE-5457-DD6A-E957-186B2E1B6727}"/>
                    </a:ext>
                  </a:extLst>
                </p:cNvPr>
                <p:cNvGrpSpPr/>
                <p:nvPr/>
              </p:nvGrpSpPr>
              <p:grpSpPr>
                <a:xfrm rot="21081322">
                  <a:off x="1389689" y="1068859"/>
                  <a:ext cx="215013" cy="269422"/>
                  <a:chOff x="757927" y="3747937"/>
                  <a:chExt cx="215013" cy="269422"/>
                </a:xfrm>
              </p:grpSpPr>
              <p:grpSp>
                <p:nvGrpSpPr>
                  <p:cNvPr id="70" name="Grupo 69">
                    <a:extLst>
                      <a:ext uri="{FF2B5EF4-FFF2-40B4-BE49-F238E27FC236}">
                        <a16:creationId xmlns:a16="http://schemas.microsoft.com/office/drawing/2014/main" id="{CF24086E-3F5C-0DC6-40DE-76FEB432BBA1}"/>
                      </a:ext>
                    </a:extLst>
                  </p:cNvPr>
                  <p:cNvGrpSpPr/>
                  <p:nvPr/>
                </p:nvGrpSpPr>
                <p:grpSpPr>
                  <a:xfrm>
                    <a:off x="757927" y="3778158"/>
                    <a:ext cx="161321" cy="239201"/>
                    <a:chOff x="757927" y="3771014"/>
                    <a:chExt cx="161321" cy="239201"/>
                  </a:xfrm>
                </p:grpSpPr>
                <p:cxnSp>
                  <p:nvCxnSpPr>
                    <p:cNvPr id="72" name="Conector recto 71">
                      <a:extLst>
                        <a:ext uri="{FF2B5EF4-FFF2-40B4-BE49-F238E27FC236}">
                          <a16:creationId xmlns:a16="http://schemas.microsoft.com/office/drawing/2014/main" id="{1A219DF8-9B22-4A9B-4F78-0702D5A512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21240000" flipV="1">
                      <a:off x="757927" y="3938215"/>
                      <a:ext cx="72000" cy="72000"/>
                    </a:xfrm>
                    <a:prstGeom prst="line">
                      <a:avLst/>
                    </a:prstGeom>
                    <a:ln>
                      <a:solidFill>
                        <a:srgbClr val="190167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73" name="Imagen 72" descr="Imagen que contiene objeto, monitor, reloj, frente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E3D871DB-FD0C-AFD1-DF34-4AEC4ACFC2A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8300000">
                      <a:off x="763818" y="3829272"/>
                      <a:ext cx="213687" cy="97172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71" name="Conector recto 70">
                    <a:extLst>
                      <a:ext uri="{FF2B5EF4-FFF2-40B4-BE49-F238E27FC236}">
                        <a16:creationId xmlns:a16="http://schemas.microsoft.com/office/drawing/2014/main" id="{6AE1186C-BD57-BA00-67BD-7F0FE00FD7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900940" y="3747937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9" name="Conector recto 68">
                  <a:extLst>
                    <a:ext uri="{FF2B5EF4-FFF2-40B4-BE49-F238E27FC236}">
                      <a16:creationId xmlns:a16="http://schemas.microsoft.com/office/drawing/2014/main" id="{3D7FFEC1-C61E-BD17-3F4A-CDE80820DE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721322" flipV="1">
                  <a:off x="1370951" y="1334113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B6F6E047-E6B7-2BB9-3855-B6678B78714E}"/>
                  </a:ext>
                </a:extLst>
              </p:cNvPr>
              <p:cNvCxnSpPr>
                <a:cxnSpLocks/>
              </p:cNvCxnSpPr>
              <p:nvPr/>
            </p:nvCxnSpPr>
            <p:spPr>
              <a:xfrm rot="16640274" flipV="1">
                <a:off x="2216102" y="1039987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82">
                <a:extLst>
                  <a:ext uri="{FF2B5EF4-FFF2-40B4-BE49-F238E27FC236}">
                    <a16:creationId xmlns:a16="http://schemas.microsoft.com/office/drawing/2014/main" id="{97745074-415B-C491-E694-C8BFAA18482D}"/>
                  </a:ext>
                </a:extLst>
              </p:cNvPr>
              <p:cNvCxnSpPr>
                <a:cxnSpLocks/>
              </p:cNvCxnSpPr>
              <p:nvPr/>
            </p:nvCxnSpPr>
            <p:spPr>
              <a:xfrm rot="16640274" flipV="1">
                <a:off x="2720955" y="1652405"/>
                <a:ext cx="72000" cy="72000"/>
              </a:xfrm>
              <a:prstGeom prst="line">
                <a:avLst/>
              </a:prstGeom>
              <a:ln>
                <a:solidFill>
                  <a:srgbClr val="1901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6DA278B-A4C9-4F22-EFC2-91321F065586}"/>
                </a:ext>
              </a:extLst>
            </p:cNvPr>
            <p:cNvSpPr/>
            <p:nvPr/>
          </p:nvSpPr>
          <p:spPr>
            <a:xfrm>
              <a:off x="2097802" y="93292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E4AAEE8-1844-1AFB-9224-60EE14522B42}"/>
                </a:ext>
              </a:extLst>
            </p:cNvPr>
            <p:cNvSpPr/>
            <p:nvPr/>
          </p:nvSpPr>
          <p:spPr>
            <a:xfrm>
              <a:off x="2761377" y="170127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67C8CCA6-98A8-787D-E150-725AF7029B73}"/>
                </a:ext>
              </a:extLst>
            </p:cNvPr>
            <p:cNvGrpSpPr/>
            <p:nvPr/>
          </p:nvGrpSpPr>
          <p:grpSpPr>
            <a:xfrm rot="14392505">
              <a:off x="4045977" y="515677"/>
              <a:ext cx="423576" cy="987862"/>
              <a:chOff x="1196797" y="863629"/>
              <a:chExt cx="423576" cy="987862"/>
            </a:xfrm>
          </p:grpSpPr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FF0C7E32-7DFE-19F7-39EF-E90EBDF37CA3}"/>
                  </a:ext>
                </a:extLst>
              </p:cNvPr>
              <p:cNvGrpSpPr/>
              <p:nvPr/>
            </p:nvGrpSpPr>
            <p:grpSpPr>
              <a:xfrm rot="21081322">
                <a:off x="1196797" y="1413833"/>
                <a:ext cx="232756" cy="437658"/>
                <a:chOff x="740184" y="3747937"/>
                <a:chExt cx="232756" cy="437658"/>
              </a:xfrm>
            </p:grpSpPr>
            <p:grpSp>
              <p:nvGrpSpPr>
                <p:cNvPr id="96" name="Grupo 95">
                  <a:extLst>
                    <a:ext uri="{FF2B5EF4-FFF2-40B4-BE49-F238E27FC236}">
                      <a16:creationId xmlns:a16="http://schemas.microsoft.com/office/drawing/2014/main" id="{EEB7C8FC-4E0E-978E-01E1-431A08316BC0}"/>
                    </a:ext>
                  </a:extLst>
                </p:cNvPr>
                <p:cNvGrpSpPr/>
                <p:nvPr/>
              </p:nvGrpSpPr>
              <p:grpSpPr>
                <a:xfrm>
                  <a:off x="740184" y="3778158"/>
                  <a:ext cx="179064" cy="407437"/>
                  <a:chOff x="740184" y="3771014"/>
                  <a:chExt cx="179064" cy="407437"/>
                </a:xfrm>
              </p:grpSpPr>
              <p:cxnSp>
                <p:nvCxnSpPr>
                  <p:cNvPr id="98" name="Conector recto 97">
                    <a:extLst>
                      <a:ext uri="{FF2B5EF4-FFF2-40B4-BE49-F238E27FC236}">
                        <a16:creationId xmlns:a16="http://schemas.microsoft.com/office/drawing/2014/main" id="{CAB86919-B220-CFCB-B66E-B7C78BA97A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726173" flipH="1">
                    <a:off x="603191" y="4041458"/>
                    <a:ext cx="273986" cy="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99" name="Imagen 98" descr="Imagen que contiene objeto, monitor, reloj, frente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4F560E96-CF16-1743-8516-5E0C5F03C6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300000">
                    <a:off x="763818" y="3829272"/>
                    <a:ext cx="213687" cy="9717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97" name="Conector recto 96">
                  <a:extLst>
                    <a:ext uri="{FF2B5EF4-FFF2-40B4-BE49-F238E27FC236}">
                      <a16:creationId xmlns:a16="http://schemas.microsoft.com/office/drawing/2014/main" id="{F1001934-A0F0-EC5B-3144-D6B097865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40000" flipV="1">
                  <a:off x="900940" y="3747937"/>
                  <a:ext cx="72000" cy="7200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upo 89">
                <a:extLst>
                  <a:ext uri="{FF2B5EF4-FFF2-40B4-BE49-F238E27FC236}">
                    <a16:creationId xmlns:a16="http://schemas.microsoft.com/office/drawing/2014/main" id="{FC56C835-DC47-BC47-DF02-4DD48D620CB6}"/>
                  </a:ext>
                </a:extLst>
              </p:cNvPr>
              <p:cNvGrpSpPr/>
              <p:nvPr/>
            </p:nvGrpSpPr>
            <p:grpSpPr>
              <a:xfrm rot="21081322">
                <a:off x="1374177" y="863629"/>
                <a:ext cx="246196" cy="473471"/>
                <a:chOff x="757927" y="3543888"/>
                <a:chExt cx="246196" cy="473471"/>
              </a:xfrm>
            </p:grpSpPr>
            <p:grpSp>
              <p:nvGrpSpPr>
                <p:cNvPr id="92" name="Grupo 91">
                  <a:extLst>
                    <a:ext uri="{FF2B5EF4-FFF2-40B4-BE49-F238E27FC236}">
                      <a16:creationId xmlns:a16="http://schemas.microsoft.com/office/drawing/2014/main" id="{F1B3493D-EC4F-D049-7C0B-CDE168E260C4}"/>
                    </a:ext>
                  </a:extLst>
                </p:cNvPr>
                <p:cNvGrpSpPr/>
                <p:nvPr/>
              </p:nvGrpSpPr>
              <p:grpSpPr>
                <a:xfrm>
                  <a:off x="757927" y="3778158"/>
                  <a:ext cx="161321" cy="239201"/>
                  <a:chOff x="757927" y="3771014"/>
                  <a:chExt cx="161321" cy="239201"/>
                </a:xfrm>
              </p:grpSpPr>
              <p:cxnSp>
                <p:nvCxnSpPr>
                  <p:cNvPr id="94" name="Conector recto 93">
                    <a:extLst>
                      <a:ext uri="{FF2B5EF4-FFF2-40B4-BE49-F238E27FC236}">
                        <a16:creationId xmlns:a16="http://schemas.microsoft.com/office/drawing/2014/main" id="{63DC488A-16A3-C454-600B-E7187C94F5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1240000" flipV="1">
                    <a:off x="757927" y="3938215"/>
                    <a:ext cx="72000" cy="72000"/>
                  </a:xfrm>
                  <a:prstGeom prst="line">
                    <a:avLst/>
                  </a:prstGeom>
                  <a:ln>
                    <a:solidFill>
                      <a:srgbClr val="190167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95" name="Imagen 94" descr="Imagen que contiene objeto, monitor, reloj, frente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58D0D67F-C721-3211-0C34-D64086CCAA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8300000">
                    <a:off x="763818" y="3829272"/>
                    <a:ext cx="213687" cy="9717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93" name="Conector recto 92">
                  <a:extLst>
                    <a:ext uri="{FF2B5EF4-FFF2-40B4-BE49-F238E27FC236}">
                      <a16:creationId xmlns:a16="http://schemas.microsoft.com/office/drawing/2014/main" id="{900DA286-F967-7CFE-5D39-11B65870EB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726173" flipH="1">
                  <a:off x="848052" y="3699959"/>
                  <a:ext cx="312142" cy="0"/>
                </a:xfrm>
                <a:prstGeom prst="line">
                  <a:avLst/>
                </a:prstGeom>
                <a:ln>
                  <a:solidFill>
                    <a:srgbClr val="190167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67BD3C6C-6BC3-174D-B22B-D5CACC685FD0}"/>
                </a:ext>
              </a:extLst>
            </p:cNvPr>
            <p:cNvSpPr/>
            <p:nvPr/>
          </p:nvSpPr>
          <p:spPr>
            <a:xfrm>
              <a:off x="3676646" y="931154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FAEC9B0F-50DB-8B73-D5B7-F0CEC7190376}"/>
                </a:ext>
              </a:extLst>
            </p:cNvPr>
            <p:cNvSpPr/>
            <p:nvPr/>
          </p:nvSpPr>
          <p:spPr>
            <a:xfrm>
              <a:off x="4800601" y="932920"/>
              <a:ext cx="131763" cy="1317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2E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CB5CF37D-D79E-1109-1471-59C3D82B1C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8659" y="1005023"/>
              <a:ext cx="108000" cy="0"/>
            </a:xfrm>
            <a:prstGeom prst="line">
              <a:avLst/>
            </a:prstGeom>
            <a:ln>
              <a:solidFill>
                <a:srgbClr val="1901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FCF9049E-D3E5-C0F4-22BC-273FD80F60C7}"/>
              </a:ext>
            </a:extLst>
          </p:cNvPr>
          <p:cNvGrpSpPr/>
          <p:nvPr/>
        </p:nvGrpSpPr>
        <p:grpSpPr>
          <a:xfrm>
            <a:off x="408940" y="814559"/>
            <a:ext cx="4572003" cy="2021682"/>
            <a:chOff x="414336" y="473868"/>
            <a:chExt cx="4572003" cy="2021682"/>
          </a:xfrm>
        </p:grpSpPr>
        <p:pic>
          <p:nvPicPr>
            <p:cNvPr id="6" name="Imagen 5" descr="Icono&#10;&#10;El contenido generado por IA puede ser incorrecto.">
              <a:extLst>
                <a:ext uri="{FF2B5EF4-FFF2-40B4-BE49-F238E27FC236}">
                  <a16:creationId xmlns:a16="http://schemas.microsoft.com/office/drawing/2014/main" id="{1055A685-D895-3D72-C6E9-3BA16AF6D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336" y="473868"/>
              <a:ext cx="1347788" cy="2021682"/>
            </a:xfrm>
            <a:prstGeom prst="rect">
              <a:avLst/>
            </a:prstGeom>
          </p:spPr>
        </p:pic>
        <p:pic>
          <p:nvPicPr>
            <p:cNvPr id="7" name="Imagen 6" descr="Icono&#10;&#10;El contenido generado por IA puede ser incorrecto.">
              <a:extLst>
                <a:ext uri="{FF2B5EF4-FFF2-40B4-BE49-F238E27FC236}">
                  <a16:creationId xmlns:a16="http://schemas.microsoft.com/office/drawing/2014/main" id="{3EE09A1B-E8A1-4AF1-3E06-D0B6CD75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6444" y="473868"/>
              <a:ext cx="1347788" cy="2021682"/>
            </a:xfrm>
            <a:prstGeom prst="rect">
              <a:avLst/>
            </a:prstGeom>
          </p:spPr>
        </p:pic>
        <p:pic>
          <p:nvPicPr>
            <p:cNvPr id="8" name="Imagen 7" descr="Icono&#10;&#10;El contenido generado por IA puede ser incorrecto.">
              <a:extLst>
                <a:ext uri="{FF2B5EF4-FFF2-40B4-BE49-F238E27FC236}">
                  <a16:creationId xmlns:a16="http://schemas.microsoft.com/office/drawing/2014/main" id="{A828B66D-8E67-9001-E809-DA36FEABE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8551" y="473868"/>
              <a:ext cx="1347788" cy="2021682"/>
            </a:xfrm>
            <a:prstGeom prst="rect">
              <a:avLst/>
            </a:prstGeom>
          </p:spPr>
        </p:pic>
      </p:grp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0DE9B8D-C02B-D361-74B9-3D3351976BB4}"/>
              </a:ext>
            </a:extLst>
          </p:cNvPr>
          <p:cNvCxnSpPr>
            <a:stCxn id="15" idx="6"/>
            <a:endCxn id="14" idx="2"/>
          </p:cNvCxnSpPr>
          <p:nvPr/>
        </p:nvCxnSpPr>
        <p:spPr>
          <a:xfrm>
            <a:off x="594678" y="1576560"/>
            <a:ext cx="962977" cy="0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BEE18E9C-E603-C88D-489E-69610D7C0D3F}"/>
              </a:ext>
            </a:extLst>
          </p:cNvPr>
          <p:cNvSpPr/>
          <p:nvPr/>
        </p:nvSpPr>
        <p:spPr>
          <a:xfrm>
            <a:off x="1059974" y="1553699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02F085D-2D79-6638-3514-C3FDC7538E10}"/>
              </a:ext>
            </a:extLst>
          </p:cNvPr>
          <p:cNvSpPr/>
          <p:nvPr/>
        </p:nvSpPr>
        <p:spPr>
          <a:xfrm>
            <a:off x="1557655" y="1510678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A41237A-7866-56FF-DFF9-294A5ED46466}"/>
              </a:ext>
            </a:extLst>
          </p:cNvPr>
          <p:cNvSpPr/>
          <p:nvPr/>
        </p:nvSpPr>
        <p:spPr>
          <a:xfrm>
            <a:off x="462915" y="1510678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09AEB4F-2985-6A4F-81BF-BD752FC9593F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>
          <a:xfrm>
            <a:off x="2204873" y="1623145"/>
            <a:ext cx="570404" cy="675179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FAE8F00E-8DBA-FB4F-C63C-D2AC15BB300E}"/>
              </a:ext>
            </a:extLst>
          </p:cNvPr>
          <p:cNvSpPr/>
          <p:nvPr/>
        </p:nvSpPr>
        <p:spPr>
          <a:xfrm>
            <a:off x="2449119" y="1917397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A594C9C-8CDF-6386-FD3A-A0A9D6955585}"/>
              </a:ext>
            </a:extLst>
          </p:cNvPr>
          <p:cNvSpPr/>
          <p:nvPr/>
        </p:nvSpPr>
        <p:spPr>
          <a:xfrm>
            <a:off x="2092406" y="1510678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E57EA6C-B87E-E7B5-2329-E208654F7688}"/>
              </a:ext>
            </a:extLst>
          </p:cNvPr>
          <p:cNvSpPr/>
          <p:nvPr/>
        </p:nvSpPr>
        <p:spPr>
          <a:xfrm>
            <a:off x="2755981" y="2279028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06B2303-5972-EC96-5375-58A339AAA930}"/>
              </a:ext>
            </a:extLst>
          </p:cNvPr>
          <p:cNvCxnSpPr>
            <a:cxnSpLocks/>
            <a:stCxn id="31" idx="3"/>
            <a:endCxn id="32" idx="7"/>
          </p:cNvCxnSpPr>
          <p:nvPr/>
        </p:nvCxnSpPr>
        <p:spPr>
          <a:xfrm flipH="1">
            <a:off x="4476507" y="1623145"/>
            <a:ext cx="337994" cy="675179"/>
          </a:xfrm>
          <a:prstGeom prst="line">
            <a:avLst/>
          </a:prstGeom>
          <a:ln>
            <a:solidFill>
              <a:srgbClr val="190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78A84804-39CE-7106-E7B3-B92180D0409E}"/>
              </a:ext>
            </a:extLst>
          </p:cNvPr>
          <p:cNvSpPr/>
          <p:nvPr/>
        </p:nvSpPr>
        <p:spPr>
          <a:xfrm>
            <a:off x="4635978" y="1905489"/>
            <a:ext cx="45719" cy="45719"/>
          </a:xfrm>
          <a:prstGeom prst="ellipse">
            <a:avLst/>
          </a:prstGeom>
          <a:solidFill>
            <a:srgbClr val="190167"/>
          </a:solidFill>
          <a:ln>
            <a:solidFill>
              <a:srgbClr val="190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991AFE2-9E40-18E1-E3AC-4C51D10A87FD}"/>
              </a:ext>
            </a:extLst>
          </p:cNvPr>
          <p:cNvSpPr/>
          <p:nvPr/>
        </p:nvSpPr>
        <p:spPr>
          <a:xfrm>
            <a:off x="4795205" y="1510678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3DD05077-2278-E12B-EDAD-54B74D8730EE}"/>
              </a:ext>
            </a:extLst>
          </p:cNvPr>
          <p:cNvSpPr/>
          <p:nvPr/>
        </p:nvSpPr>
        <p:spPr>
          <a:xfrm>
            <a:off x="4364040" y="2279028"/>
            <a:ext cx="131763" cy="131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CC2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767D8A5-CDC4-923C-59D2-3FDF241530AD}"/>
              </a:ext>
            </a:extLst>
          </p:cNvPr>
          <p:cNvSpPr txBox="1"/>
          <p:nvPr/>
        </p:nvSpPr>
        <p:spPr>
          <a:xfrm>
            <a:off x="722195" y="248977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I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6C5EAD9-FBE7-44EB-97AB-A72FD501B2D6}"/>
              </a:ext>
            </a:extLst>
          </p:cNvPr>
          <p:cNvSpPr txBox="1"/>
          <p:nvPr/>
        </p:nvSpPr>
        <p:spPr>
          <a:xfrm>
            <a:off x="2311663" y="252314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II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823DC17-F603-3FF2-0D51-84F91B681D0F}"/>
              </a:ext>
            </a:extLst>
          </p:cNvPr>
          <p:cNvSpPr txBox="1"/>
          <p:nvPr/>
        </p:nvSpPr>
        <p:spPr>
          <a:xfrm>
            <a:off x="3894167" y="248977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90167"/>
                </a:solidFill>
                <a:latin typeface="Arial Narrow" panose="020B0606020202030204" pitchFamily="34" charset="0"/>
              </a:rPr>
              <a:t>Lead III</a:t>
            </a:r>
          </a:p>
        </p:txBody>
      </p:sp>
    </p:spTree>
    <p:extLst>
      <p:ext uri="{BB962C8B-B14F-4D97-AF65-F5344CB8AC3E}">
        <p14:creationId xmlns:p14="http://schemas.microsoft.com/office/powerpoint/2010/main" val="26385667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36</Words>
  <Application>Microsoft Office PowerPoint</Application>
  <PresentationFormat>Personalizado</PresentationFormat>
  <Paragraphs>21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Narrow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RODRIGUEZ GONZALEZ</dc:creator>
  <cp:lastModifiedBy>VICTOR RODRIGUEZ GONZALEZ</cp:lastModifiedBy>
  <cp:revision>1</cp:revision>
  <dcterms:created xsi:type="dcterms:W3CDTF">2025-09-19T10:56:26Z</dcterms:created>
  <dcterms:modified xsi:type="dcterms:W3CDTF">2025-09-19T11:40:47Z</dcterms:modified>
</cp:coreProperties>
</file>